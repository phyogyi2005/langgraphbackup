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25603200" cy="51206400"/>
  <p:notesSz cx="6735763" cy="9866313"/>
  <p:defaultTextStyle>
    <a:defPPr>
      <a:defRPr lang="en-US"/>
    </a:defPPr>
    <a:lvl1pPr marL="0" algn="l" defTabSz="4493339" rtl="0" eaLnBrk="1" latinLnBrk="0" hangingPunct="1">
      <a:defRPr sz="9100" kern="1200">
        <a:solidFill>
          <a:schemeClr val="tx1"/>
        </a:solidFill>
        <a:latin typeface="+mn-lt"/>
        <a:ea typeface="+mn-ea"/>
        <a:cs typeface="+mn-cs"/>
      </a:defRPr>
    </a:lvl1pPr>
    <a:lvl2pPr marL="2246669" algn="l" defTabSz="4493339" rtl="0" eaLnBrk="1" latinLnBrk="0" hangingPunct="1">
      <a:defRPr sz="9100" kern="1200">
        <a:solidFill>
          <a:schemeClr val="tx1"/>
        </a:solidFill>
        <a:latin typeface="+mn-lt"/>
        <a:ea typeface="+mn-ea"/>
        <a:cs typeface="+mn-cs"/>
      </a:defRPr>
    </a:lvl2pPr>
    <a:lvl3pPr marL="4493339" algn="l" defTabSz="4493339" rtl="0" eaLnBrk="1" latinLnBrk="0" hangingPunct="1">
      <a:defRPr sz="9100" kern="1200">
        <a:solidFill>
          <a:schemeClr val="tx1"/>
        </a:solidFill>
        <a:latin typeface="+mn-lt"/>
        <a:ea typeface="+mn-ea"/>
        <a:cs typeface="+mn-cs"/>
      </a:defRPr>
    </a:lvl3pPr>
    <a:lvl4pPr marL="6740008" algn="l" defTabSz="4493339" rtl="0" eaLnBrk="1" latinLnBrk="0" hangingPunct="1">
      <a:defRPr sz="9100" kern="1200">
        <a:solidFill>
          <a:schemeClr val="tx1"/>
        </a:solidFill>
        <a:latin typeface="+mn-lt"/>
        <a:ea typeface="+mn-ea"/>
        <a:cs typeface="+mn-cs"/>
      </a:defRPr>
    </a:lvl4pPr>
    <a:lvl5pPr marL="8986678" algn="l" defTabSz="4493339" rtl="0" eaLnBrk="1" latinLnBrk="0" hangingPunct="1">
      <a:defRPr sz="9100" kern="1200">
        <a:solidFill>
          <a:schemeClr val="tx1"/>
        </a:solidFill>
        <a:latin typeface="+mn-lt"/>
        <a:ea typeface="+mn-ea"/>
        <a:cs typeface="+mn-cs"/>
      </a:defRPr>
    </a:lvl5pPr>
    <a:lvl6pPr marL="11233347" algn="l" defTabSz="4493339" rtl="0" eaLnBrk="1" latinLnBrk="0" hangingPunct="1">
      <a:defRPr sz="9100" kern="1200">
        <a:solidFill>
          <a:schemeClr val="tx1"/>
        </a:solidFill>
        <a:latin typeface="+mn-lt"/>
        <a:ea typeface="+mn-ea"/>
        <a:cs typeface="+mn-cs"/>
      </a:defRPr>
    </a:lvl6pPr>
    <a:lvl7pPr marL="13480017" algn="l" defTabSz="4493339" rtl="0" eaLnBrk="1" latinLnBrk="0" hangingPunct="1">
      <a:defRPr sz="9100" kern="1200">
        <a:solidFill>
          <a:schemeClr val="tx1"/>
        </a:solidFill>
        <a:latin typeface="+mn-lt"/>
        <a:ea typeface="+mn-ea"/>
        <a:cs typeface="+mn-cs"/>
      </a:defRPr>
    </a:lvl7pPr>
    <a:lvl8pPr marL="15726686" algn="l" defTabSz="4493339" rtl="0" eaLnBrk="1" latinLnBrk="0" hangingPunct="1">
      <a:defRPr sz="9100" kern="1200">
        <a:solidFill>
          <a:schemeClr val="tx1"/>
        </a:solidFill>
        <a:latin typeface="+mn-lt"/>
        <a:ea typeface="+mn-ea"/>
        <a:cs typeface="+mn-cs"/>
      </a:defRPr>
    </a:lvl8pPr>
    <a:lvl9pPr marL="17973356" algn="l" defTabSz="4493339" rtl="0" eaLnBrk="1" latinLnBrk="0" hangingPunct="1">
      <a:defRPr sz="9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28">
          <p15:clr>
            <a:srgbClr val="A4A3A4"/>
          </p15:clr>
        </p15:guide>
        <p15:guide id="2" pos="80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ADA"/>
    <a:srgbClr val="0EE018"/>
    <a:srgbClr val="468EF8"/>
    <a:srgbClr val="599AF9"/>
    <a:srgbClr val="72A9FA"/>
    <a:srgbClr val="428CF8"/>
    <a:srgbClr val="0ACED8"/>
    <a:srgbClr val="8FC7F9"/>
    <a:srgbClr val="FFE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DFA5C8-1664-A75D-F8A0-132673FA5D0A}" v="1" dt="2025-12-31T05:01:59.638"/>
    <p1510:client id="{D0A214C3-1807-487A-978D-A65CACC39735}" v="135" dt="2025-12-31T04:59:40.2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01" autoAdjust="0"/>
    <p:restoredTop sz="94662" autoAdjust="0"/>
  </p:normalViewPr>
  <p:slideViewPr>
    <p:cSldViewPr>
      <p:cViewPr>
        <p:scale>
          <a:sx n="25" d="100"/>
          <a:sy n="25" d="100"/>
        </p:scale>
        <p:origin x="2117" y="48"/>
      </p:cViewPr>
      <p:guideLst>
        <p:guide orient="horz" pos="16128"/>
        <p:guide pos="80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5" d="100"/>
        <a:sy n="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g Soe Moe Kyaw" userId="S::soemoekyaw@ucspyay.edu.mm::474c3b97-053c-4d43-87d2-7fb43fda1651" providerId="AD" clId="Web-{72DFA5C8-1664-A75D-F8A0-132673FA5D0A}"/>
    <pc:docChg chg="modSld">
      <pc:chgData name="Mg Soe Moe Kyaw" userId="S::soemoekyaw@ucspyay.edu.mm::474c3b97-053c-4d43-87d2-7fb43fda1651" providerId="AD" clId="Web-{72DFA5C8-1664-A75D-F8A0-132673FA5D0A}" dt="2025-12-31T05:01:59.638" v="0" actId="14100"/>
      <pc:docMkLst>
        <pc:docMk/>
      </pc:docMkLst>
      <pc:sldChg chg="modSp">
        <pc:chgData name="Mg Soe Moe Kyaw" userId="S::soemoekyaw@ucspyay.edu.mm::474c3b97-053c-4d43-87d2-7fb43fda1651" providerId="AD" clId="Web-{72DFA5C8-1664-A75D-F8A0-132673FA5D0A}" dt="2025-12-31T05:01:59.638" v="0" actId="14100"/>
        <pc:sldMkLst>
          <pc:docMk/>
          <pc:sldMk cId="0" sldId="256"/>
        </pc:sldMkLst>
        <pc:picChg chg="mod">
          <ac:chgData name="Mg Soe Moe Kyaw" userId="S::soemoekyaw@ucspyay.edu.mm::474c3b97-053c-4d43-87d2-7fb43fda1651" providerId="AD" clId="Web-{72DFA5C8-1664-A75D-F8A0-132673FA5D0A}" dt="2025-12-31T05:01:59.638" v="0" actId="14100"/>
          <ac:picMkLst>
            <pc:docMk/>
            <pc:sldMk cId="0" sldId="256"/>
            <ac:picMk id="69" creationId="{00000000-0000-0000-0000-000000000000}"/>
          </ac:picMkLst>
        </pc:picChg>
      </pc:sldChg>
    </pc:docChg>
  </pc:docChgLst>
  <pc:docChgLst>
    <pc:chgData name="Mg Soe Moe Kyaw" userId="S::soemoekyaw@ucspyay.edu.mm::474c3b97-053c-4d43-87d2-7fb43fda1651" providerId="AD" clId="Web-{D0A214C3-1807-487A-978D-A65CACC39735}"/>
    <pc:docChg chg="modSld">
      <pc:chgData name="Mg Soe Moe Kyaw" userId="S::soemoekyaw@ucspyay.edu.mm::474c3b97-053c-4d43-87d2-7fb43fda1651" providerId="AD" clId="Web-{D0A214C3-1807-487A-978D-A65CACC39735}" dt="2025-12-31T04:59:40.290" v="93" actId="20577"/>
      <pc:docMkLst>
        <pc:docMk/>
      </pc:docMkLst>
      <pc:sldChg chg="addSp delSp modSp">
        <pc:chgData name="Mg Soe Moe Kyaw" userId="S::soemoekyaw@ucspyay.edu.mm::474c3b97-053c-4d43-87d2-7fb43fda1651" providerId="AD" clId="Web-{D0A214C3-1807-487A-978D-A65CACC39735}" dt="2025-12-31T04:59:40.290" v="93" actId="20577"/>
        <pc:sldMkLst>
          <pc:docMk/>
          <pc:sldMk cId="0" sldId="256"/>
        </pc:sldMkLst>
        <pc:spChg chg="mod">
          <ac:chgData name="Mg Soe Moe Kyaw" userId="S::soemoekyaw@ucspyay.edu.mm::474c3b97-053c-4d43-87d2-7fb43fda1651" providerId="AD" clId="Web-{D0A214C3-1807-487A-978D-A65CACC39735}" dt="2025-12-31T04:40:15.312" v="2" actId="1076"/>
          <ac:spMkLst>
            <pc:docMk/>
            <pc:sldMk cId="0" sldId="256"/>
            <ac:spMk id="9" creationId="{2416ACCB-21F7-45A3-A9CF-5ACB612A06A7}"/>
          </ac:spMkLst>
        </pc:spChg>
        <pc:spChg chg="mod">
          <ac:chgData name="Mg Soe Moe Kyaw" userId="S::soemoekyaw@ucspyay.edu.mm::474c3b97-053c-4d43-87d2-7fb43fda1651" providerId="AD" clId="Web-{D0A214C3-1807-487A-978D-A65CACC39735}" dt="2025-12-31T04:55:54.755" v="26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Mg Soe Moe Kyaw" userId="S::soemoekyaw@ucspyay.edu.mm::474c3b97-053c-4d43-87d2-7fb43fda1651" providerId="AD" clId="Web-{D0A214C3-1807-487A-978D-A65CACC39735}" dt="2025-12-31T04:54:56.035" v="17" actId="20577"/>
          <ac:spMkLst>
            <pc:docMk/>
            <pc:sldMk cId="0" sldId="256"/>
            <ac:spMk id="24" creationId="{00000000-0000-0000-0000-000000000000}"/>
          </ac:spMkLst>
        </pc:spChg>
        <pc:spChg chg="add del">
          <ac:chgData name="Mg Soe Moe Kyaw" userId="S::soemoekyaw@ucspyay.edu.mm::474c3b97-053c-4d43-87d2-7fb43fda1651" providerId="AD" clId="Web-{D0A214C3-1807-487A-978D-A65CACC39735}" dt="2025-12-31T04:55:56.005" v="28"/>
          <ac:spMkLst>
            <pc:docMk/>
            <pc:sldMk cId="0" sldId="256"/>
            <ac:spMk id="81" creationId="{D0F8D48A-E8BD-9C6C-3B9B-4CC6679AA4E9}"/>
          </ac:spMkLst>
        </pc:spChg>
        <pc:spChg chg="add del">
          <ac:chgData name="Mg Soe Moe Kyaw" userId="S::soemoekyaw@ucspyay.edu.mm::474c3b97-053c-4d43-87d2-7fb43fda1651" providerId="AD" clId="Web-{D0A214C3-1807-487A-978D-A65CACC39735}" dt="2025-12-31T04:56:09.942" v="30"/>
          <ac:spMkLst>
            <pc:docMk/>
            <pc:sldMk cId="0" sldId="256"/>
            <ac:spMk id="82" creationId="{3E0023D4-F7F4-034F-0010-5CC43B6999FE}"/>
          </ac:spMkLst>
        </pc:spChg>
        <pc:spChg chg="add mod">
          <ac:chgData name="Mg Soe Moe Kyaw" userId="S::soemoekyaw@ucspyay.edu.mm::474c3b97-053c-4d43-87d2-7fb43fda1651" providerId="AD" clId="Web-{D0A214C3-1807-487A-978D-A65CACC39735}" dt="2025-12-31T04:59:40.290" v="93" actId="20577"/>
          <ac:spMkLst>
            <pc:docMk/>
            <pc:sldMk cId="0" sldId="256"/>
            <ac:spMk id="83" creationId="{893D2FE5-1A33-A64D-2713-D766155218B8}"/>
          </ac:spMkLst>
        </pc:spChg>
        <pc:picChg chg="mod ord">
          <ac:chgData name="Mg Soe Moe Kyaw" userId="S::soemoekyaw@ucspyay.edu.mm::474c3b97-053c-4d43-87d2-7fb43fda1651" providerId="AD" clId="Web-{D0A214C3-1807-487A-978D-A65CACC39735}" dt="2025-12-31T04:40:42.906" v="7"/>
          <ac:picMkLst>
            <pc:docMk/>
            <pc:sldMk cId="0" sldId="256"/>
            <ac:picMk id="7" creationId="{33AA411F-579C-42AC-8FF9-7A943EA38DB2}"/>
          </ac:picMkLst>
        </pc:picChg>
        <pc:picChg chg="mod ord">
          <ac:chgData name="Mg Soe Moe Kyaw" userId="S::soemoekyaw@ucspyay.edu.mm::474c3b97-053c-4d43-87d2-7fb43fda1651" providerId="AD" clId="Web-{D0A214C3-1807-487A-978D-A65CACC39735}" dt="2025-12-31T04:44:48.089" v="11" actId="1076"/>
          <ac:picMkLst>
            <pc:docMk/>
            <pc:sldMk cId="0" sldId="256"/>
            <ac:picMk id="69" creationId="{00000000-0000-0000-0000-00000000000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3BB70B-38FC-4509-8FAD-A2456D182D14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D318C7-7F8F-44D6-901C-B140E6595EDE}">
      <dgm:prSet phldrT="[Text]"/>
      <dgm:spPr>
        <a:solidFill>
          <a:srgbClr val="0EE018"/>
        </a:solidFill>
      </dgm:spPr>
      <dgm:t>
        <a:bodyPr/>
        <a:lstStyle/>
        <a:p>
          <a:r>
            <a:rPr lang="en-US" dirty="0"/>
            <a:t>Teacher</a:t>
          </a:r>
        </a:p>
      </dgm:t>
    </dgm:pt>
    <dgm:pt modelId="{0AD6F4B8-F34D-4F58-BF8F-908574D24947}" type="parTrans" cxnId="{EA99F54E-CA79-47B9-983E-FCE632CBDE87}">
      <dgm:prSet/>
      <dgm:spPr/>
      <dgm:t>
        <a:bodyPr/>
        <a:lstStyle/>
        <a:p>
          <a:endParaRPr lang="en-US"/>
        </a:p>
      </dgm:t>
    </dgm:pt>
    <dgm:pt modelId="{9A67B89E-3120-4443-AF54-DB3689C0938C}" type="sibTrans" cxnId="{EA99F54E-CA79-47B9-983E-FCE632CBDE87}">
      <dgm:prSet/>
      <dgm:spPr/>
      <dgm:t>
        <a:bodyPr/>
        <a:lstStyle/>
        <a:p>
          <a:endParaRPr lang="en-US"/>
        </a:p>
      </dgm:t>
    </dgm:pt>
    <dgm:pt modelId="{2EE43394-3386-443E-B00D-40B20E50139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Parents</a:t>
          </a:r>
        </a:p>
      </dgm:t>
    </dgm:pt>
    <dgm:pt modelId="{FFBA7116-F3A9-4EF9-85CD-BFECE8E8B0DA}" type="parTrans" cxnId="{1CEA7F8A-7D24-41E6-B44F-6A159ED141FB}">
      <dgm:prSet/>
      <dgm:spPr/>
      <dgm:t>
        <a:bodyPr/>
        <a:lstStyle/>
        <a:p>
          <a:endParaRPr lang="en-US"/>
        </a:p>
      </dgm:t>
    </dgm:pt>
    <dgm:pt modelId="{39278D6F-CA18-4DF6-8639-5FCB68BBB953}" type="sibTrans" cxnId="{1CEA7F8A-7D24-41E6-B44F-6A159ED141FB}">
      <dgm:prSet/>
      <dgm:spPr/>
      <dgm:t>
        <a:bodyPr/>
        <a:lstStyle/>
        <a:p>
          <a:endParaRPr lang="en-US"/>
        </a:p>
      </dgm:t>
    </dgm:pt>
    <dgm:pt modelId="{05031A33-6525-498E-AF9E-2BAA7F2F9875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Drivers</a:t>
          </a:r>
        </a:p>
      </dgm:t>
    </dgm:pt>
    <dgm:pt modelId="{07D42555-E835-43FD-B8E7-638D030BC2C7}" type="parTrans" cxnId="{6A3DF4CA-E6F8-4532-8305-2D091D02C47F}">
      <dgm:prSet/>
      <dgm:spPr/>
      <dgm:t>
        <a:bodyPr/>
        <a:lstStyle/>
        <a:p>
          <a:endParaRPr lang="en-US"/>
        </a:p>
      </dgm:t>
    </dgm:pt>
    <dgm:pt modelId="{6FD965C7-B6D3-4FB1-8C04-6CF8B0DB643B}" type="sibTrans" cxnId="{6A3DF4CA-E6F8-4532-8305-2D091D02C47F}">
      <dgm:prSet/>
      <dgm:spPr/>
      <dgm:t>
        <a:bodyPr/>
        <a:lstStyle/>
        <a:p>
          <a:endParaRPr lang="en-US"/>
        </a:p>
      </dgm:t>
    </dgm:pt>
    <dgm:pt modelId="{14EDEBF3-B019-45C3-BD92-DFBC235E1CE6}">
      <dgm:prSet phldrT="[Text]"/>
      <dgm:spPr>
        <a:solidFill>
          <a:srgbClr val="7030A0"/>
        </a:solidFill>
      </dgm:spPr>
      <dgm:t>
        <a:bodyPr/>
        <a:lstStyle/>
        <a:p>
          <a:r>
            <a:rPr lang="en-US" dirty="0"/>
            <a:t>Students</a:t>
          </a:r>
        </a:p>
      </dgm:t>
    </dgm:pt>
    <dgm:pt modelId="{A16AE663-9627-4589-8C4D-C664CC473F00}" type="parTrans" cxnId="{91D2117F-A126-4DDC-831C-AA1B95BB44C9}">
      <dgm:prSet/>
      <dgm:spPr/>
      <dgm:t>
        <a:bodyPr/>
        <a:lstStyle/>
        <a:p>
          <a:endParaRPr lang="en-US"/>
        </a:p>
      </dgm:t>
    </dgm:pt>
    <dgm:pt modelId="{B026664C-1E20-4B22-AA4D-44B0A4552204}" type="sibTrans" cxnId="{91D2117F-A126-4DDC-831C-AA1B95BB44C9}">
      <dgm:prSet/>
      <dgm:spPr/>
      <dgm:t>
        <a:bodyPr/>
        <a:lstStyle/>
        <a:p>
          <a:endParaRPr lang="en-US"/>
        </a:p>
      </dgm:t>
    </dgm:pt>
    <dgm:pt modelId="{10ADCAF1-2FE2-41DB-A639-C1219BCD6E9C}" type="pres">
      <dgm:prSet presAssocID="{A13BB70B-38FC-4509-8FAD-A2456D182D14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DC7FB14-E31F-4A3E-890B-9DFF60B75076}" type="pres">
      <dgm:prSet presAssocID="{A0D318C7-7F8F-44D6-901C-B140E6595EDE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7F4D5A-7AD4-4241-B41B-0AEA316A0811}" type="pres">
      <dgm:prSet presAssocID="{A0D318C7-7F8F-44D6-901C-B140E6595EDE}" presName="spNode" presStyleCnt="0"/>
      <dgm:spPr/>
    </dgm:pt>
    <dgm:pt modelId="{F93C8DCD-5A25-4F7D-919F-0C0D5599DE91}" type="pres">
      <dgm:prSet presAssocID="{9A67B89E-3120-4443-AF54-DB3689C0938C}" presName="sibTrans" presStyleLbl="sibTrans1D1" presStyleIdx="0" presStyleCnt="4"/>
      <dgm:spPr/>
      <dgm:t>
        <a:bodyPr/>
        <a:lstStyle/>
        <a:p>
          <a:endParaRPr lang="en-US"/>
        </a:p>
      </dgm:t>
    </dgm:pt>
    <dgm:pt modelId="{49244C65-DF87-404D-A8E9-CF9D29E3F2AC}" type="pres">
      <dgm:prSet presAssocID="{2EE43394-3386-443E-B00D-40B20E50139B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3DC54E-90C3-4ECC-A58B-A8247FEF3FD5}" type="pres">
      <dgm:prSet presAssocID="{2EE43394-3386-443E-B00D-40B20E50139B}" presName="spNode" presStyleCnt="0"/>
      <dgm:spPr/>
    </dgm:pt>
    <dgm:pt modelId="{E40DB647-3A9E-4F90-ADC0-8F9108420F4D}" type="pres">
      <dgm:prSet presAssocID="{39278D6F-CA18-4DF6-8639-5FCB68BBB953}" presName="sibTrans" presStyleLbl="sibTrans1D1" presStyleIdx="1" presStyleCnt="4"/>
      <dgm:spPr/>
      <dgm:t>
        <a:bodyPr/>
        <a:lstStyle/>
        <a:p>
          <a:endParaRPr lang="en-US"/>
        </a:p>
      </dgm:t>
    </dgm:pt>
    <dgm:pt modelId="{F0BAD84E-0AD7-43FF-8CAC-32A1E295CF92}" type="pres">
      <dgm:prSet presAssocID="{05031A33-6525-498E-AF9E-2BAA7F2F9875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48514A-BFAD-41F6-B2DD-1EE694FC1D12}" type="pres">
      <dgm:prSet presAssocID="{05031A33-6525-498E-AF9E-2BAA7F2F9875}" presName="spNode" presStyleCnt="0"/>
      <dgm:spPr/>
    </dgm:pt>
    <dgm:pt modelId="{3E5F55A1-075F-4FB7-83E8-EFFABE9C674A}" type="pres">
      <dgm:prSet presAssocID="{6FD965C7-B6D3-4FB1-8C04-6CF8B0DB643B}" presName="sibTrans" presStyleLbl="sibTrans1D1" presStyleIdx="2" presStyleCnt="4"/>
      <dgm:spPr/>
      <dgm:t>
        <a:bodyPr/>
        <a:lstStyle/>
        <a:p>
          <a:endParaRPr lang="en-US"/>
        </a:p>
      </dgm:t>
    </dgm:pt>
    <dgm:pt modelId="{F1829EF6-EE0D-4ACF-A26D-52AB83624F45}" type="pres">
      <dgm:prSet presAssocID="{14EDEBF3-B019-45C3-BD92-DFBC235E1CE6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ABE109-69C3-4BEB-B8A4-E1608314F85B}" type="pres">
      <dgm:prSet presAssocID="{14EDEBF3-B019-45C3-BD92-DFBC235E1CE6}" presName="spNode" presStyleCnt="0"/>
      <dgm:spPr/>
    </dgm:pt>
    <dgm:pt modelId="{0F48887A-712C-4372-9063-495CEFD891E3}" type="pres">
      <dgm:prSet presAssocID="{B026664C-1E20-4B22-AA4D-44B0A4552204}" presName="sibTrans" presStyleLbl="sibTrans1D1" presStyleIdx="3" presStyleCnt="4"/>
      <dgm:spPr/>
      <dgm:t>
        <a:bodyPr/>
        <a:lstStyle/>
        <a:p>
          <a:endParaRPr lang="en-US"/>
        </a:p>
      </dgm:t>
    </dgm:pt>
  </dgm:ptLst>
  <dgm:cxnLst>
    <dgm:cxn modelId="{BEB6B323-B45C-4E07-BF46-525C4C384DF3}" type="presOf" srcId="{05031A33-6525-498E-AF9E-2BAA7F2F9875}" destId="{F0BAD84E-0AD7-43FF-8CAC-32A1E295CF92}" srcOrd="0" destOrd="0" presId="urn:microsoft.com/office/officeart/2005/8/layout/cycle5"/>
    <dgm:cxn modelId="{91D2117F-A126-4DDC-831C-AA1B95BB44C9}" srcId="{A13BB70B-38FC-4509-8FAD-A2456D182D14}" destId="{14EDEBF3-B019-45C3-BD92-DFBC235E1CE6}" srcOrd="3" destOrd="0" parTransId="{A16AE663-9627-4589-8C4D-C664CC473F00}" sibTransId="{B026664C-1E20-4B22-AA4D-44B0A4552204}"/>
    <dgm:cxn modelId="{EA99F54E-CA79-47B9-983E-FCE632CBDE87}" srcId="{A13BB70B-38FC-4509-8FAD-A2456D182D14}" destId="{A0D318C7-7F8F-44D6-901C-B140E6595EDE}" srcOrd="0" destOrd="0" parTransId="{0AD6F4B8-F34D-4F58-BF8F-908574D24947}" sibTransId="{9A67B89E-3120-4443-AF54-DB3689C0938C}"/>
    <dgm:cxn modelId="{E6BC40EB-FF90-4436-8574-DFE4A29C5027}" type="presOf" srcId="{B026664C-1E20-4B22-AA4D-44B0A4552204}" destId="{0F48887A-712C-4372-9063-495CEFD891E3}" srcOrd="0" destOrd="0" presId="urn:microsoft.com/office/officeart/2005/8/layout/cycle5"/>
    <dgm:cxn modelId="{6085F782-9EE0-4B4A-B90D-099948834E22}" type="presOf" srcId="{39278D6F-CA18-4DF6-8639-5FCB68BBB953}" destId="{E40DB647-3A9E-4F90-ADC0-8F9108420F4D}" srcOrd="0" destOrd="0" presId="urn:microsoft.com/office/officeart/2005/8/layout/cycle5"/>
    <dgm:cxn modelId="{2392D8AF-FAA7-4EF3-A0B3-C1BBF4149354}" type="presOf" srcId="{A13BB70B-38FC-4509-8FAD-A2456D182D14}" destId="{10ADCAF1-2FE2-41DB-A639-C1219BCD6E9C}" srcOrd="0" destOrd="0" presId="urn:microsoft.com/office/officeart/2005/8/layout/cycle5"/>
    <dgm:cxn modelId="{2ED34E2E-B6A7-487E-BCBF-F67A3B3020F5}" type="presOf" srcId="{14EDEBF3-B019-45C3-BD92-DFBC235E1CE6}" destId="{F1829EF6-EE0D-4ACF-A26D-52AB83624F45}" srcOrd="0" destOrd="0" presId="urn:microsoft.com/office/officeart/2005/8/layout/cycle5"/>
    <dgm:cxn modelId="{F96763C9-D1F1-4153-ACEB-E395BBD61C8C}" type="presOf" srcId="{A0D318C7-7F8F-44D6-901C-B140E6595EDE}" destId="{3DC7FB14-E31F-4A3E-890B-9DFF60B75076}" srcOrd="0" destOrd="0" presId="urn:microsoft.com/office/officeart/2005/8/layout/cycle5"/>
    <dgm:cxn modelId="{1CEA7F8A-7D24-41E6-B44F-6A159ED141FB}" srcId="{A13BB70B-38FC-4509-8FAD-A2456D182D14}" destId="{2EE43394-3386-443E-B00D-40B20E50139B}" srcOrd="1" destOrd="0" parTransId="{FFBA7116-F3A9-4EF9-85CD-BFECE8E8B0DA}" sibTransId="{39278D6F-CA18-4DF6-8639-5FCB68BBB953}"/>
    <dgm:cxn modelId="{6A3DF4CA-E6F8-4532-8305-2D091D02C47F}" srcId="{A13BB70B-38FC-4509-8FAD-A2456D182D14}" destId="{05031A33-6525-498E-AF9E-2BAA7F2F9875}" srcOrd="2" destOrd="0" parTransId="{07D42555-E835-43FD-B8E7-638D030BC2C7}" sibTransId="{6FD965C7-B6D3-4FB1-8C04-6CF8B0DB643B}"/>
    <dgm:cxn modelId="{CE520C2F-14D7-456F-98E2-0A31F89AA4EB}" type="presOf" srcId="{6FD965C7-B6D3-4FB1-8C04-6CF8B0DB643B}" destId="{3E5F55A1-075F-4FB7-83E8-EFFABE9C674A}" srcOrd="0" destOrd="0" presId="urn:microsoft.com/office/officeart/2005/8/layout/cycle5"/>
    <dgm:cxn modelId="{36652656-CF13-4478-BE14-C92F9BC20F64}" type="presOf" srcId="{9A67B89E-3120-4443-AF54-DB3689C0938C}" destId="{F93C8DCD-5A25-4F7D-919F-0C0D5599DE91}" srcOrd="0" destOrd="0" presId="urn:microsoft.com/office/officeart/2005/8/layout/cycle5"/>
    <dgm:cxn modelId="{84B89767-AB31-4B0C-9C31-E7DE99A41470}" type="presOf" srcId="{2EE43394-3386-443E-B00D-40B20E50139B}" destId="{49244C65-DF87-404D-A8E9-CF9D29E3F2AC}" srcOrd="0" destOrd="0" presId="urn:microsoft.com/office/officeart/2005/8/layout/cycle5"/>
    <dgm:cxn modelId="{473E2017-A153-4A3A-AC37-B8F5A105F943}" type="presParOf" srcId="{10ADCAF1-2FE2-41DB-A639-C1219BCD6E9C}" destId="{3DC7FB14-E31F-4A3E-890B-9DFF60B75076}" srcOrd="0" destOrd="0" presId="urn:microsoft.com/office/officeart/2005/8/layout/cycle5"/>
    <dgm:cxn modelId="{6A9111E6-1D97-43A5-BB45-B39B051A6FEE}" type="presParOf" srcId="{10ADCAF1-2FE2-41DB-A639-C1219BCD6E9C}" destId="{D97F4D5A-7AD4-4241-B41B-0AEA316A0811}" srcOrd="1" destOrd="0" presId="urn:microsoft.com/office/officeart/2005/8/layout/cycle5"/>
    <dgm:cxn modelId="{84203929-EF5B-4CE3-B0EF-15E817073C7D}" type="presParOf" srcId="{10ADCAF1-2FE2-41DB-A639-C1219BCD6E9C}" destId="{F93C8DCD-5A25-4F7D-919F-0C0D5599DE91}" srcOrd="2" destOrd="0" presId="urn:microsoft.com/office/officeart/2005/8/layout/cycle5"/>
    <dgm:cxn modelId="{6F7E4D7C-9C42-4C40-A97F-8397F2E1869A}" type="presParOf" srcId="{10ADCAF1-2FE2-41DB-A639-C1219BCD6E9C}" destId="{49244C65-DF87-404D-A8E9-CF9D29E3F2AC}" srcOrd="3" destOrd="0" presId="urn:microsoft.com/office/officeart/2005/8/layout/cycle5"/>
    <dgm:cxn modelId="{03DF6693-2536-4E87-9603-4E0E615531BF}" type="presParOf" srcId="{10ADCAF1-2FE2-41DB-A639-C1219BCD6E9C}" destId="{5E3DC54E-90C3-4ECC-A58B-A8247FEF3FD5}" srcOrd="4" destOrd="0" presId="urn:microsoft.com/office/officeart/2005/8/layout/cycle5"/>
    <dgm:cxn modelId="{CD0C1844-42F8-4C82-BACD-3ECFFBA6825C}" type="presParOf" srcId="{10ADCAF1-2FE2-41DB-A639-C1219BCD6E9C}" destId="{E40DB647-3A9E-4F90-ADC0-8F9108420F4D}" srcOrd="5" destOrd="0" presId="urn:microsoft.com/office/officeart/2005/8/layout/cycle5"/>
    <dgm:cxn modelId="{F44CCAA4-CF19-4A83-8481-68C6BA6C89E5}" type="presParOf" srcId="{10ADCAF1-2FE2-41DB-A639-C1219BCD6E9C}" destId="{F0BAD84E-0AD7-43FF-8CAC-32A1E295CF92}" srcOrd="6" destOrd="0" presId="urn:microsoft.com/office/officeart/2005/8/layout/cycle5"/>
    <dgm:cxn modelId="{AEC06647-5017-44D5-AD14-2C86049AC025}" type="presParOf" srcId="{10ADCAF1-2FE2-41DB-A639-C1219BCD6E9C}" destId="{BF48514A-BFAD-41F6-B2DD-1EE694FC1D12}" srcOrd="7" destOrd="0" presId="urn:microsoft.com/office/officeart/2005/8/layout/cycle5"/>
    <dgm:cxn modelId="{5A846922-B960-43DD-B0B5-7F26366485AD}" type="presParOf" srcId="{10ADCAF1-2FE2-41DB-A639-C1219BCD6E9C}" destId="{3E5F55A1-075F-4FB7-83E8-EFFABE9C674A}" srcOrd="8" destOrd="0" presId="urn:microsoft.com/office/officeart/2005/8/layout/cycle5"/>
    <dgm:cxn modelId="{2C637A60-B61B-44FD-9A50-68F2A8F309A2}" type="presParOf" srcId="{10ADCAF1-2FE2-41DB-A639-C1219BCD6E9C}" destId="{F1829EF6-EE0D-4ACF-A26D-52AB83624F45}" srcOrd="9" destOrd="0" presId="urn:microsoft.com/office/officeart/2005/8/layout/cycle5"/>
    <dgm:cxn modelId="{C2E7FC63-DD62-4A41-B7F0-5B75A5136230}" type="presParOf" srcId="{10ADCAF1-2FE2-41DB-A639-C1219BCD6E9C}" destId="{EBABE109-69C3-4BEB-B8A4-E1608314F85B}" srcOrd="10" destOrd="0" presId="urn:microsoft.com/office/officeart/2005/8/layout/cycle5"/>
    <dgm:cxn modelId="{1308C62D-0AA0-4188-AB0B-665A101BC67D}" type="presParOf" srcId="{10ADCAF1-2FE2-41DB-A639-C1219BCD6E9C}" destId="{0F48887A-712C-4372-9063-495CEFD891E3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C7FB14-E31F-4A3E-890B-9DFF60B75076}">
      <dsp:nvSpPr>
        <dsp:cNvPr id="0" name=""/>
        <dsp:cNvSpPr/>
      </dsp:nvSpPr>
      <dsp:spPr>
        <a:xfrm>
          <a:off x="4094856" y="3088"/>
          <a:ext cx="2582625" cy="1678706"/>
        </a:xfrm>
        <a:prstGeom prst="roundRect">
          <a:avLst/>
        </a:prstGeom>
        <a:solidFill>
          <a:srgbClr val="0EE01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kern="1200" dirty="0"/>
            <a:t>Teacher</a:t>
          </a:r>
        </a:p>
      </dsp:txBody>
      <dsp:txXfrm>
        <a:off x="4176804" y="85036"/>
        <a:ext cx="2418729" cy="1514810"/>
      </dsp:txXfrm>
    </dsp:sp>
    <dsp:sp modelId="{F93C8DCD-5A25-4F7D-919F-0C0D5599DE91}">
      <dsp:nvSpPr>
        <dsp:cNvPr id="0" name=""/>
        <dsp:cNvSpPr/>
      </dsp:nvSpPr>
      <dsp:spPr>
        <a:xfrm>
          <a:off x="2613417" y="842441"/>
          <a:ext cx="5545502" cy="5545502"/>
        </a:xfrm>
        <a:custGeom>
          <a:avLst/>
          <a:gdLst/>
          <a:ahLst/>
          <a:cxnLst/>
          <a:rect l="0" t="0" r="0" b="0"/>
          <a:pathLst>
            <a:path>
              <a:moveTo>
                <a:pt x="4420382" y="542625"/>
              </a:moveTo>
              <a:arcTo wR="2772751" hR="2772751" stAng="18387434" swAng="163327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244C65-DF87-404D-A8E9-CF9D29E3F2AC}">
      <dsp:nvSpPr>
        <dsp:cNvPr id="0" name=""/>
        <dsp:cNvSpPr/>
      </dsp:nvSpPr>
      <dsp:spPr>
        <a:xfrm>
          <a:off x="6867607" y="2775839"/>
          <a:ext cx="2582625" cy="1678706"/>
        </a:xfrm>
        <a:prstGeom prst="round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kern="1200" dirty="0"/>
            <a:t>Parents</a:t>
          </a:r>
        </a:p>
      </dsp:txBody>
      <dsp:txXfrm>
        <a:off x="6949555" y="2857787"/>
        <a:ext cx="2418729" cy="1514810"/>
      </dsp:txXfrm>
    </dsp:sp>
    <dsp:sp modelId="{E40DB647-3A9E-4F90-ADC0-8F9108420F4D}">
      <dsp:nvSpPr>
        <dsp:cNvPr id="0" name=""/>
        <dsp:cNvSpPr/>
      </dsp:nvSpPr>
      <dsp:spPr>
        <a:xfrm>
          <a:off x="2613417" y="842441"/>
          <a:ext cx="5545502" cy="5545502"/>
        </a:xfrm>
        <a:custGeom>
          <a:avLst/>
          <a:gdLst/>
          <a:ahLst/>
          <a:cxnLst/>
          <a:rect l="0" t="0" r="0" b="0"/>
          <a:pathLst>
            <a:path>
              <a:moveTo>
                <a:pt x="5258024" y="4002207"/>
              </a:moveTo>
              <a:arcTo wR="2772751" hR="2772751" stAng="1579287" swAng="163327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BAD84E-0AD7-43FF-8CAC-32A1E295CF92}">
      <dsp:nvSpPr>
        <dsp:cNvPr id="0" name=""/>
        <dsp:cNvSpPr/>
      </dsp:nvSpPr>
      <dsp:spPr>
        <a:xfrm>
          <a:off x="4094856" y="5548590"/>
          <a:ext cx="2582625" cy="1678706"/>
        </a:xfrm>
        <a:prstGeom prst="roundRect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kern="1200" dirty="0"/>
            <a:t>Drivers</a:t>
          </a:r>
        </a:p>
      </dsp:txBody>
      <dsp:txXfrm>
        <a:off x="4176804" y="5630538"/>
        <a:ext cx="2418729" cy="1514810"/>
      </dsp:txXfrm>
    </dsp:sp>
    <dsp:sp modelId="{3E5F55A1-075F-4FB7-83E8-EFFABE9C674A}">
      <dsp:nvSpPr>
        <dsp:cNvPr id="0" name=""/>
        <dsp:cNvSpPr/>
      </dsp:nvSpPr>
      <dsp:spPr>
        <a:xfrm>
          <a:off x="2613417" y="842441"/>
          <a:ext cx="5545502" cy="5545502"/>
        </a:xfrm>
        <a:custGeom>
          <a:avLst/>
          <a:gdLst/>
          <a:ahLst/>
          <a:cxnLst/>
          <a:rect l="0" t="0" r="0" b="0"/>
          <a:pathLst>
            <a:path>
              <a:moveTo>
                <a:pt x="1125119" y="5002876"/>
              </a:moveTo>
              <a:arcTo wR="2772751" hR="2772751" stAng="7587434" swAng="163327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829EF6-EE0D-4ACF-A26D-52AB83624F45}">
      <dsp:nvSpPr>
        <dsp:cNvPr id="0" name=""/>
        <dsp:cNvSpPr/>
      </dsp:nvSpPr>
      <dsp:spPr>
        <a:xfrm>
          <a:off x="1322104" y="2775839"/>
          <a:ext cx="2582625" cy="1678706"/>
        </a:xfrm>
        <a:prstGeom prst="roundRect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kern="1200" dirty="0"/>
            <a:t>Students</a:t>
          </a:r>
        </a:p>
      </dsp:txBody>
      <dsp:txXfrm>
        <a:off x="1404052" y="2857787"/>
        <a:ext cx="2418729" cy="1514810"/>
      </dsp:txXfrm>
    </dsp:sp>
    <dsp:sp modelId="{0F48887A-712C-4372-9063-495CEFD891E3}">
      <dsp:nvSpPr>
        <dsp:cNvPr id="0" name=""/>
        <dsp:cNvSpPr/>
      </dsp:nvSpPr>
      <dsp:spPr>
        <a:xfrm>
          <a:off x="2613417" y="842441"/>
          <a:ext cx="5545502" cy="5545502"/>
        </a:xfrm>
        <a:custGeom>
          <a:avLst/>
          <a:gdLst/>
          <a:ahLst/>
          <a:cxnLst/>
          <a:rect l="0" t="0" r="0" b="0"/>
          <a:pathLst>
            <a:path>
              <a:moveTo>
                <a:pt x="287477" y="1543294"/>
              </a:moveTo>
              <a:arcTo wR="2772751" hR="2772751" stAng="12379287" swAng="163327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3316"/>
          </a:xfrm>
          <a:prstGeom prst="rect">
            <a:avLst/>
          </a:prstGeom>
        </p:spPr>
        <p:txBody>
          <a:bodyPr vert="horz" lIns="94849" tIns="47425" rIns="94849" bIns="4742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6" y="0"/>
            <a:ext cx="2918830" cy="493316"/>
          </a:xfrm>
          <a:prstGeom prst="rect">
            <a:avLst/>
          </a:prstGeom>
        </p:spPr>
        <p:txBody>
          <a:bodyPr vert="horz" lIns="94849" tIns="47425" rIns="94849" bIns="47425" rtlCol="0"/>
          <a:lstStyle>
            <a:lvl1pPr algn="r">
              <a:defRPr sz="1200"/>
            </a:lvl1pPr>
          </a:lstStyle>
          <a:p>
            <a:fld id="{AE5CB892-3551-4369-8805-D34AE5A40154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371286"/>
            <a:ext cx="2918830" cy="493316"/>
          </a:xfrm>
          <a:prstGeom prst="rect">
            <a:avLst/>
          </a:prstGeom>
        </p:spPr>
        <p:txBody>
          <a:bodyPr vert="horz" lIns="94849" tIns="47425" rIns="94849" bIns="4742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6" y="9371286"/>
            <a:ext cx="2918830" cy="493316"/>
          </a:xfrm>
          <a:prstGeom prst="rect">
            <a:avLst/>
          </a:prstGeom>
        </p:spPr>
        <p:txBody>
          <a:bodyPr vert="horz" lIns="94849" tIns="47425" rIns="94849" bIns="47425" rtlCol="0" anchor="b"/>
          <a:lstStyle>
            <a:lvl1pPr algn="r">
              <a:defRPr sz="1200"/>
            </a:lvl1pPr>
          </a:lstStyle>
          <a:p>
            <a:fld id="{BE047825-8174-4056-9D6D-6E9EAE61A9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0860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3316"/>
          </a:xfrm>
          <a:prstGeom prst="rect">
            <a:avLst/>
          </a:prstGeom>
        </p:spPr>
        <p:txBody>
          <a:bodyPr vert="horz" lIns="94849" tIns="47425" rIns="94849" bIns="4742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6" y="0"/>
            <a:ext cx="2918830" cy="493316"/>
          </a:xfrm>
          <a:prstGeom prst="rect">
            <a:avLst/>
          </a:prstGeom>
        </p:spPr>
        <p:txBody>
          <a:bodyPr vert="horz" lIns="94849" tIns="47425" rIns="94849" bIns="47425" rtlCol="0"/>
          <a:lstStyle>
            <a:lvl1pPr algn="r">
              <a:defRPr sz="1200"/>
            </a:lvl1pPr>
          </a:lstStyle>
          <a:p>
            <a:fld id="{05F0CFDF-B839-451F-93C6-0037D61E14ED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43163" y="739775"/>
            <a:ext cx="184943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49" tIns="47425" rIns="94849" bIns="4742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4849" tIns="47425" rIns="94849" bIns="474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371286"/>
            <a:ext cx="2918830" cy="493316"/>
          </a:xfrm>
          <a:prstGeom prst="rect">
            <a:avLst/>
          </a:prstGeom>
        </p:spPr>
        <p:txBody>
          <a:bodyPr vert="horz" lIns="94849" tIns="47425" rIns="94849" bIns="4742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6" y="9371286"/>
            <a:ext cx="2918830" cy="493316"/>
          </a:xfrm>
          <a:prstGeom prst="rect">
            <a:avLst/>
          </a:prstGeom>
        </p:spPr>
        <p:txBody>
          <a:bodyPr vert="horz" lIns="94849" tIns="47425" rIns="94849" bIns="47425" rtlCol="0" anchor="b"/>
          <a:lstStyle>
            <a:lvl1pPr algn="r">
              <a:defRPr sz="1200"/>
            </a:lvl1pPr>
          </a:lstStyle>
          <a:p>
            <a:fld id="{226A80AB-3760-46D3-A894-FBF7C771A0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03912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4493339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246669" algn="l" defTabSz="4493339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493339" algn="l" defTabSz="4493339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740008" algn="l" defTabSz="4493339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986678" algn="l" defTabSz="4493339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1233347" algn="l" defTabSz="4493339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3480017" algn="l" defTabSz="4493339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726686" algn="l" defTabSz="4493339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973356" algn="l" defTabSz="4493339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667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0244" y="15907187"/>
            <a:ext cx="21762723" cy="109761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40483" y="29016960"/>
            <a:ext cx="17922246" cy="13086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46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93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7400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8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2333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480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726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973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736E-732D-4DF4-B742-34360F88D5F0}" type="datetime1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D53F-C21F-487C-9EEE-1265204825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D041-0B1C-45BA-953A-39F2C993DF53}" type="datetime1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D53F-C21F-487C-9EEE-1265204825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2471" y="32904861"/>
            <a:ext cx="21762723" cy="101701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71" y="21703466"/>
            <a:ext cx="21762723" cy="11201400"/>
          </a:xfrm>
        </p:spPr>
        <p:txBody>
          <a:bodyPr anchor="b"/>
          <a:lstStyle>
            <a:lvl1pPr marL="0" indent="0">
              <a:buNone/>
              <a:defRPr sz="10200">
                <a:solidFill>
                  <a:schemeClr val="tx1">
                    <a:tint val="75000"/>
                  </a:schemeClr>
                </a:solidFill>
              </a:defRPr>
            </a:lvl1pPr>
            <a:lvl2pPr marL="2246669" indent="0">
              <a:buNone/>
              <a:defRPr sz="9100">
                <a:solidFill>
                  <a:schemeClr val="tx1">
                    <a:tint val="75000"/>
                  </a:schemeClr>
                </a:solidFill>
              </a:defRPr>
            </a:lvl2pPr>
            <a:lvl3pPr marL="4493339" indent="0">
              <a:buNone/>
              <a:defRPr sz="7900">
                <a:solidFill>
                  <a:schemeClr val="tx1">
                    <a:tint val="75000"/>
                  </a:schemeClr>
                </a:solidFill>
              </a:defRPr>
            </a:lvl3pPr>
            <a:lvl4pPr marL="6740008" indent="0">
              <a:buNone/>
              <a:defRPr sz="6800">
                <a:solidFill>
                  <a:schemeClr val="tx1">
                    <a:tint val="75000"/>
                  </a:schemeClr>
                </a:solidFill>
              </a:defRPr>
            </a:lvl4pPr>
            <a:lvl5pPr marL="8986678" indent="0">
              <a:buNone/>
              <a:defRPr sz="6800">
                <a:solidFill>
                  <a:schemeClr val="tx1">
                    <a:tint val="75000"/>
                  </a:schemeClr>
                </a:solidFill>
              </a:defRPr>
            </a:lvl5pPr>
            <a:lvl6pPr marL="11233347" indent="0">
              <a:buNone/>
              <a:defRPr sz="6800">
                <a:solidFill>
                  <a:schemeClr val="tx1">
                    <a:tint val="75000"/>
                  </a:schemeClr>
                </a:solidFill>
              </a:defRPr>
            </a:lvl6pPr>
            <a:lvl7pPr marL="13480017" indent="0">
              <a:buNone/>
              <a:defRPr sz="6800">
                <a:solidFill>
                  <a:schemeClr val="tx1">
                    <a:tint val="75000"/>
                  </a:schemeClr>
                </a:solidFill>
              </a:defRPr>
            </a:lvl7pPr>
            <a:lvl8pPr marL="15726686" indent="0">
              <a:buNone/>
              <a:defRPr sz="6800">
                <a:solidFill>
                  <a:schemeClr val="tx1">
                    <a:tint val="75000"/>
                  </a:schemeClr>
                </a:solidFill>
              </a:defRPr>
            </a:lvl8pPr>
            <a:lvl9pPr marL="17973356" indent="0">
              <a:buNone/>
              <a:defRPr sz="6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F867B-A472-45A4-8285-94F92037791D}" type="datetime1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D53F-C21F-487C-9EEE-1265204825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386" y="7965440"/>
            <a:ext cx="2782576" cy="22533190"/>
          </a:xfrm>
        </p:spPr>
        <p:txBody>
          <a:bodyPr/>
          <a:lstStyle>
            <a:lvl1pPr>
              <a:defRPr sz="13600"/>
            </a:lvl1pPr>
            <a:lvl2pPr>
              <a:defRPr sz="11300"/>
            </a:lvl2pPr>
            <a:lvl3pPr>
              <a:defRPr sz="10200"/>
            </a:lvl3pPr>
            <a:lvl4pPr>
              <a:defRPr sz="9100"/>
            </a:lvl4pPr>
            <a:lvl5pPr>
              <a:defRPr sz="9100"/>
            </a:lvl5pPr>
            <a:lvl6pPr>
              <a:defRPr sz="9100"/>
            </a:lvl6pPr>
            <a:lvl7pPr>
              <a:defRPr sz="9100"/>
            </a:lvl7pPr>
            <a:lvl8pPr>
              <a:defRPr sz="9100"/>
            </a:lvl8pPr>
            <a:lvl9pPr>
              <a:defRPr sz="9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2675" y="7965440"/>
            <a:ext cx="2782576" cy="22533190"/>
          </a:xfrm>
        </p:spPr>
        <p:txBody>
          <a:bodyPr/>
          <a:lstStyle>
            <a:lvl1pPr>
              <a:defRPr sz="13600"/>
            </a:lvl1pPr>
            <a:lvl2pPr>
              <a:defRPr sz="11300"/>
            </a:lvl2pPr>
            <a:lvl3pPr>
              <a:defRPr sz="10200"/>
            </a:lvl3pPr>
            <a:lvl4pPr>
              <a:defRPr sz="9100"/>
            </a:lvl4pPr>
            <a:lvl5pPr>
              <a:defRPr sz="9100"/>
            </a:lvl5pPr>
            <a:lvl6pPr>
              <a:defRPr sz="9100"/>
            </a:lvl6pPr>
            <a:lvl7pPr>
              <a:defRPr sz="9100"/>
            </a:lvl7pPr>
            <a:lvl8pPr>
              <a:defRPr sz="9100"/>
            </a:lvl8pPr>
            <a:lvl9pPr>
              <a:defRPr sz="9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FC300-9294-4C7B-801B-A3465E890EF2}" type="datetime1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D53F-C21F-487C-9EEE-1265204825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3" y="2050630"/>
            <a:ext cx="23042886" cy="8534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9" y="11462181"/>
            <a:ext cx="11312522" cy="4776890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246669" indent="0">
              <a:buNone/>
              <a:defRPr sz="10200" b="1"/>
            </a:lvl2pPr>
            <a:lvl3pPr marL="4493339" indent="0">
              <a:buNone/>
              <a:defRPr sz="9100" b="1"/>
            </a:lvl3pPr>
            <a:lvl4pPr marL="6740008" indent="0">
              <a:buNone/>
              <a:defRPr sz="7900" b="1"/>
            </a:lvl4pPr>
            <a:lvl5pPr marL="8986678" indent="0">
              <a:buNone/>
              <a:defRPr sz="7900" b="1"/>
            </a:lvl5pPr>
            <a:lvl6pPr marL="11233347" indent="0">
              <a:buNone/>
              <a:defRPr sz="7900" b="1"/>
            </a:lvl6pPr>
            <a:lvl7pPr marL="13480017" indent="0">
              <a:buNone/>
              <a:defRPr sz="7900" b="1"/>
            </a:lvl7pPr>
            <a:lvl8pPr marL="15726686" indent="0">
              <a:buNone/>
              <a:defRPr sz="7900" b="1"/>
            </a:lvl8pPr>
            <a:lvl9pPr marL="17973356" indent="0">
              <a:buNone/>
              <a:defRPr sz="7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9" y="16239071"/>
            <a:ext cx="11312522" cy="29502950"/>
          </a:xfrm>
        </p:spPr>
        <p:txBody>
          <a:bodyPr/>
          <a:lstStyle>
            <a:lvl1pPr>
              <a:defRPr sz="11300"/>
            </a:lvl1pPr>
            <a:lvl2pPr>
              <a:defRPr sz="10200"/>
            </a:lvl2pPr>
            <a:lvl3pPr>
              <a:defRPr sz="9100"/>
            </a:lvl3pPr>
            <a:lvl4pPr>
              <a:defRPr sz="7900"/>
            </a:lvl4pPr>
            <a:lvl5pPr>
              <a:defRPr sz="7900"/>
            </a:lvl5pPr>
            <a:lvl6pPr>
              <a:defRPr sz="7900"/>
            </a:lvl6pPr>
            <a:lvl7pPr>
              <a:defRPr sz="7900"/>
            </a:lvl7pPr>
            <a:lvl8pPr>
              <a:defRPr sz="7900"/>
            </a:lvl8pPr>
            <a:lvl9pPr>
              <a:defRPr sz="7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006070" y="11462181"/>
            <a:ext cx="11316968" cy="4776890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246669" indent="0">
              <a:buNone/>
              <a:defRPr sz="10200" b="1"/>
            </a:lvl2pPr>
            <a:lvl3pPr marL="4493339" indent="0">
              <a:buNone/>
              <a:defRPr sz="9100" b="1"/>
            </a:lvl3pPr>
            <a:lvl4pPr marL="6740008" indent="0">
              <a:buNone/>
              <a:defRPr sz="7900" b="1"/>
            </a:lvl4pPr>
            <a:lvl5pPr marL="8986678" indent="0">
              <a:buNone/>
              <a:defRPr sz="7900" b="1"/>
            </a:lvl5pPr>
            <a:lvl6pPr marL="11233347" indent="0">
              <a:buNone/>
              <a:defRPr sz="7900" b="1"/>
            </a:lvl6pPr>
            <a:lvl7pPr marL="13480017" indent="0">
              <a:buNone/>
              <a:defRPr sz="7900" b="1"/>
            </a:lvl7pPr>
            <a:lvl8pPr marL="15726686" indent="0">
              <a:buNone/>
              <a:defRPr sz="7900" b="1"/>
            </a:lvl8pPr>
            <a:lvl9pPr marL="17973356" indent="0">
              <a:buNone/>
              <a:defRPr sz="7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006070" y="16239071"/>
            <a:ext cx="11316968" cy="29502950"/>
          </a:xfrm>
        </p:spPr>
        <p:txBody>
          <a:bodyPr/>
          <a:lstStyle>
            <a:lvl1pPr>
              <a:defRPr sz="11300"/>
            </a:lvl1pPr>
            <a:lvl2pPr>
              <a:defRPr sz="10200"/>
            </a:lvl2pPr>
            <a:lvl3pPr>
              <a:defRPr sz="9100"/>
            </a:lvl3pPr>
            <a:lvl4pPr>
              <a:defRPr sz="7900"/>
            </a:lvl4pPr>
            <a:lvl5pPr>
              <a:defRPr sz="7900"/>
            </a:lvl5pPr>
            <a:lvl6pPr>
              <a:defRPr sz="7900"/>
            </a:lvl6pPr>
            <a:lvl7pPr>
              <a:defRPr sz="7900"/>
            </a:lvl7pPr>
            <a:lvl8pPr>
              <a:defRPr sz="7900"/>
            </a:lvl8pPr>
            <a:lvl9pPr>
              <a:defRPr sz="7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4348B-B1CD-4AC9-BC34-2A0062ED55AE}" type="datetime1">
              <a:rPr lang="en-US" smtClean="0"/>
              <a:pPr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D53F-C21F-487C-9EEE-1265204825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F22A-6D12-4F35-ADF4-F866E9024159}" type="datetime1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D53F-C21F-487C-9EEE-1265204825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8001-40FD-4CDD-AE81-C3069641F8F9}" type="datetime1">
              <a:rPr lang="en-US" smtClean="0"/>
              <a:pPr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D53F-C21F-487C-9EEE-1265204825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3" y="2038770"/>
            <a:ext cx="8423274" cy="8676640"/>
          </a:xfrm>
        </p:spPr>
        <p:txBody>
          <a:bodyPr anchor="b"/>
          <a:lstStyle>
            <a:lvl1pPr algn="l">
              <a:defRPr sz="10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10137" y="2038786"/>
            <a:ext cx="14312900" cy="43703240"/>
          </a:xfrm>
        </p:spPr>
        <p:txBody>
          <a:bodyPr/>
          <a:lstStyle>
            <a:lvl1pPr>
              <a:defRPr sz="15800"/>
            </a:lvl1pPr>
            <a:lvl2pPr>
              <a:defRPr sz="13600"/>
            </a:lvl2pPr>
            <a:lvl3pPr>
              <a:defRPr sz="11300"/>
            </a:lvl3pPr>
            <a:lvl4pPr>
              <a:defRPr sz="10200"/>
            </a:lvl4pPr>
            <a:lvl5pPr>
              <a:defRPr sz="10200"/>
            </a:lvl5pPr>
            <a:lvl6pPr>
              <a:defRPr sz="10200"/>
            </a:lvl6pPr>
            <a:lvl7pPr>
              <a:defRPr sz="10200"/>
            </a:lvl7pPr>
            <a:lvl8pPr>
              <a:defRPr sz="10200"/>
            </a:lvl8pPr>
            <a:lvl9pPr>
              <a:defRPr sz="10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0163" y="10715426"/>
            <a:ext cx="8423274" cy="35026600"/>
          </a:xfrm>
        </p:spPr>
        <p:txBody>
          <a:bodyPr/>
          <a:lstStyle>
            <a:lvl1pPr marL="0" indent="0">
              <a:buNone/>
              <a:defRPr sz="6800"/>
            </a:lvl1pPr>
            <a:lvl2pPr marL="2246669" indent="0">
              <a:buNone/>
              <a:defRPr sz="5700"/>
            </a:lvl2pPr>
            <a:lvl3pPr marL="4493339" indent="0">
              <a:buNone/>
              <a:defRPr sz="4500"/>
            </a:lvl3pPr>
            <a:lvl4pPr marL="6740008" indent="0">
              <a:buNone/>
              <a:defRPr sz="4500"/>
            </a:lvl4pPr>
            <a:lvl5pPr marL="8986678" indent="0">
              <a:buNone/>
              <a:defRPr sz="4500"/>
            </a:lvl5pPr>
            <a:lvl6pPr marL="11233347" indent="0">
              <a:buNone/>
              <a:defRPr sz="4500"/>
            </a:lvl6pPr>
            <a:lvl7pPr marL="13480017" indent="0">
              <a:buNone/>
              <a:defRPr sz="4500"/>
            </a:lvl7pPr>
            <a:lvl8pPr marL="15726686" indent="0">
              <a:buNone/>
              <a:defRPr sz="4500"/>
            </a:lvl8pPr>
            <a:lvl9pPr marL="17973356" indent="0">
              <a:buNone/>
              <a:defRPr sz="4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A925-ADE8-4DFE-9DE7-E179108C4EB5}" type="datetime1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D53F-C21F-487C-9EEE-1265204825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8408" y="35844486"/>
            <a:ext cx="15361920" cy="4231640"/>
          </a:xfrm>
        </p:spPr>
        <p:txBody>
          <a:bodyPr anchor="b"/>
          <a:lstStyle>
            <a:lvl1pPr algn="l">
              <a:defRPr sz="10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018408" y="4575390"/>
            <a:ext cx="15361920" cy="30723840"/>
          </a:xfrm>
        </p:spPr>
        <p:txBody>
          <a:bodyPr/>
          <a:lstStyle>
            <a:lvl1pPr marL="0" indent="0">
              <a:buNone/>
              <a:defRPr sz="15800"/>
            </a:lvl1pPr>
            <a:lvl2pPr marL="2246669" indent="0">
              <a:buNone/>
              <a:defRPr sz="13600"/>
            </a:lvl2pPr>
            <a:lvl3pPr marL="4493339" indent="0">
              <a:buNone/>
              <a:defRPr sz="11300"/>
            </a:lvl3pPr>
            <a:lvl4pPr marL="6740008" indent="0">
              <a:buNone/>
              <a:defRPr sz="10200"/>
            </a:lvl4pPr>
            <a:lvl5pPr marL="8986678" indent="0">
              <a:buNone/>
              <a:defRPr sz="10200"/>
            </a:lvl5pPr>
            <a:lvl6pPr marL="11233347" indent="0">
              <a:buNone/>
              <a:defRPr sz="10200"/>
            </a:lvl6pPr>
            <a:lvl7pPr marL="13480017" indent="0">
              <a:buNone/>
              <a:defRPr sz="10200"/>
            </a:lvl7pPr>
            <a:lvl8pPr marL="15726686" indent="0">
              <a:buNone/>
              <a:defRPr sz="10200"/>
            </a:lvl8pPr>
            <a:lvl9pPr marL="17973356" indent="0">
              <a:buNone/>
              <a:defRPr sz="102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18408" y="40076126"/>
            <a:ext cx="15361920" cy="6009640"/>
          </a:xfrm>
        </p:spPr>
        <p:txBody>
          <a:bodyPr/>
          <a:lstStyle>
            <a:lvl1pPr marL="0" indent="0">
              <a:buNone/>
              <a:defRPr sz="6800"/>
            </a:lvl1pPr>
            <a:lvl2pPr marL="2246669" indent="0">
              <a:buNone/>
              <a:defRPr sz="5700"/>
            </a:lvl2pPr>
            <a:lvl3pPr marL="4493339" indent="0">
              <a:buNone/>
              <a:defRPr sz="4500"/>
            </a:lvl3pPr>
            <a:lvl4pPr marL="6740008" indent="0">
              <a:buNone/>
              <a:defRPr sz="4500"/>
            </a:lvl4pPr>
            <a:lvl5pPr marL="8986678" indent="0">
              <a:buNone/>
              <a:defRPr sz="4500"/>
            </a:lvl5pPr>
            <a:lvl6pPr marL="11233347" indent="0">
              <a:buNone/>
              <a:defRPr sz="4500"/>
            </a:lvl6pPr>
            <a:lvl7pPr marL="13480017" indent="0">
              <a:buNone/>
              <a:defRPr sz="4500"/>
            </a:lvl7pPr>
            <a:lvl8pPr marL="15726686" indent="0">
              <a:buNone/>
              <a:defRPr sz="4500"/>
            </a:lvl8pPr>
            <a:lvl9pPr marL="17973356" indent="0">
              <a:buNone/>
              <a:defRPr sz="4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E76BF-4B5E-4D73-9283-5A9E4A78B2EE}" type="datetime1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D53F-C21F-487C-9EEE-1265204825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D95B6-99D5-4834-94C1-780C7BDEBC5D}" type="datetime1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D53F-C21F-487C-9EEE-1265204825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27267" y="1363146"/>
            <a:ext cx="1497966" cy="2913549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3386" y="1363146"/>
            <a:ext cx="4067174" cy="291354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2A1E-3534-487F-914C-B053AF757254}" type="datetime1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D53F-C21F-487C-9EEE-1265204825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0163" y="2050630"/>
            <a:ext cx="23042886" cy="8534400"/>
          </a:xfrm>
          <a:prstGeom prst="rect">
            <a:avLst/>
          </a:prstGeom>
        </p:spPr>
        <p:txBody>
          <a:bodyPr vert="horz" lIns="449329" tIns="224665" rIns="449329" bIns="224665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3" y="11948167"/>
            <a:ext cx="23042886" cy="33793861"/>
          </a:xfrm>
          <a:prstGeom prst="rect">
            <a:avLst/>
          </a:prstGeom>
        </p:spPr>
        <p:txBody>
          <a:bodyPr vert="horz" lIns="449329" tIns="224665" rIns="449329" bIns="22466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3" y="47460756"/>
            <a:ext cx="5974078" cy="2726270"/>
          </a:xfrm>
          <a:prstGeom prst="rect">
            <a:avLst/>
          </a:prstGeom>
        </p:spPr>
        <p:txBody>
          <a:bodyPr vert="horz" lIns="449329" tIns="224665" rIns="449329" bIns="224665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589DE-3178-400A-8809-0328FB55106B}" type="datetime1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47766" y="47460756"/>
            <a:ext cx="8107679" cy="2726270"/>
          </a:xfrm>
          <a:prstGeom prst="rect">
            <a:avLst/>
          </a:prstGeom>
        </p:spPr>
        <p:txBody>
          <a:bodyPr vert="horz" lIns="449329" tIns="224665" rIns="449329" bIns="224665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348959" y="47460756"/>
            <a:ext cx="5974078" cy="2726270"/>
          </a:xfrm>
          <a:prstGeom prst="rect">
            <a:avLst/>
          </a:prstGeom>
        </p:spPr>
        <p:txBody>
          <a:bodyPr vert="horz" lIns="449329" tIns="224665" rIns="449329" bIns="224665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7D53F-C21F-487C-9EEE-12652048257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493339" rtl="0" eaLnBrk="1" latinLnBrk="0" hangingPunct="1">
        <a:spcBef>
          <a:spcPct val="0"/>
        </a:spcBef>
        <a:buNone/>
        <a:defRPr sz="21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4996" indent="-1684996" algn="l" defTabSz="4493339" rtl="0" eaLnBrk="1" latinLnBrk="0" hangingPunct="1">
        <a:spcBef>
          <a:spcPct val="20000"/>
        </a:spcBef>
        <a:buFont typeface="Arial" pitchFamily="34" charset="0"/>
        <a:buChar char="•"/>
        <a:defRPr sz="15800" kern="1200">
          <a:solidFill>
            <a:schemeClr val="tx1"/>
          </a:solidFill>
          <a:latin typeface="+mn-lt"/>
          <a:ea typeface="+mn-ea"/>
          <a:cs typeface="+mn-cs"/>
        </a:defRPr>
      </a:lvl1pPr>
      <a:lvl2pPr marL="3650835" indent="-1404166" algn="l" defTabSz="4493339" rtl="0" eaLnBrk="1" latinLnBrk="0" hangingPunct="1">
        <a:spcBef>
          <a:spcPct val="20000"/>
        </a:spcBef>
        <a:buFont typeface="Arial" pitchFamily="34" charset="0"/>
        <a:buChar char="–"/>
        <a:defRPr sz="13600" kern="1200">
          <a:solidFill>
            <a:schemeClr val="tx1"/>
          </a:solidFill>
          <a:latin typeface="+mn-lt"/>
          <a:ea typeface="+mn-ea"/>
          <a:cs typeface="+mn-cs"/>
        </a:defRPr>
      </a:lvl2pPr>
      <a:lvl3pPr marL="5616674" indent="-1123335" algn="l" defTabSz="4493339" rtl="0" eaLnBrk="1" latinLnBrk="0" hangingPunct="1">
        <a:spcBef>
          <a:spcPct val="20000"/>
        </a:spcBef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863343" indent="-1123335" algn="l" defTabSz="4493339" rtl="0" eaLnBrk="1" latinLnBrk="0" hangingPunct="1">
        <a:spcBef>
          <a:spcPct val="20000"/>
        </a:spcBef>
        <a:buFont typeface="Arial" pitchFamily="34" charset="0"/>
        <a:buChar char="–"/>
        <a:defRPr sz="10200" kern="1200">
          <a:solidFill>
            <a:schemeClr val="tx1"/>
          </a:solidFill>
          <a:latin typeface="+mn-lt"/>
          <a:ea typeface="+mn-ea"/>
          <a:cs typeface="+mn-cs"/>
        </a:defRPr>
      </a:lvl4pPr>
      <a:lvl5pPr marL="10110013" indent="-1123335" algn="l" defTabSz="4493339" rtl="0" eaLnBrk="1" latinLnBrk="0" hangingPunct="1">
        <a:spcBef>
          <a:spcPct val="20000"/>
        </a:spcBef>
        <a:buFont typeface="Arial" pitchFamily="34" charset="0"/>
        <a:buChar char="»"/>
        <a:defRPr sz="10200" kern="1200">
          <a:solidFill>
            <a:schemeClr val="tx1"/>
          </a:solidFill>
          <a:latin typeface="+mn-lt"/>
          <a:ea typeface="+mn-ea"/>
          <a:cs typeface="+mn-cs"/>
        </a:defRPr>
      </a:lvl5pPr>
      <a:lvl6pPr marL="12356682" indent="-1123335" algn="l" defTabSz="4493339" rtl="0" eaLnBrk="1" latinLnBrk="0" hangingPunct="1">
        <a:spcBef>
          <a:spcPct val="20000"/>
        </a:spcBef>
        <a:buFont typeface="Arial" pitchFamily="34" charset="0"/>
        <a:buChar char="•"/>
        <a:defRPr sz="10200" kern="1200">
          <a:solidFill>
            <a:schemeClr val="tx1"/>
          </a:solidFill>
          <a:latin typeface="+mn-lt"/>
          <a:ea typeface="+mn-ea"/>
          <a:cs typeface="+mn-cs"/>
        </a:defRPr>
      </a:lvl6pPr>
      <a:lvl7pPr marL="14603351" indent="-1123335" algn="l" defTabSz="4493339" rtl="0" eaLnBrk="1" latinLnBrk="0" hangingPunct="1">
        <a:spcBef>
          <a:spcPct val="20000"/>
        </a:spcBef>
        <a:buFont typeface="Arial" pitchFamily="34" charset="0"/>
        <a:buChar char="•"/>
        <a:defRPr sz="10200" kern="1200">
          <a:solidFill>
            <a:schemeClr val="tx1"/>
          </a:solidFill>
          <a:latin typeface="+mn-lt"/>
          <a:ea typeface="+mn-ea"/>
          <a:cs typeface="+mn-cs"/>
        </a:defRPr>
      </a:lvl7pPr>
      <a:lvl8pPr marL="16850021" indent="-1123335" algn="l" defTabSz="4493339" rtl="0" eaLnBrk="1" latinLnBrk="0" hangingPunct="1">
        <a:spcBef>
          <a:spcPct val="20000"/>
        </a:spcBef>
        <a:buFont typeface="Arial" pitchFamily="34" charset="0"/>
        <a:buChar char="•"/>
        <a:defRPr sz="10200" kern="1200">
          <a:solidFill>
            <a:schemeClr val="tx1"/>
          </a:solidFill>
          <a:latin typeface="+mn-lt"/>
          <a:ea typeface="+mn-ea"/>
          <a:cs typeface="+mn-cs"/>
        </a:defRPr>
      </a:lvl8pPr>
      <a:lvl9pPr marL="19096690" indent="-1123335" algn="l" defTabSz="4493339" rtl="0" eaLnBrk="1" latinLnBrk="0" hangingPunct="1">
        <a:spcBef>
          <a:spcPct val="20000"/>
        </a:spcBef>
        <a:buFont typeface="Arial" pitchFamily="34" charset="0"/>
        <a:buChar char="•"/>
        <a:defRPr sz="10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493339" rtl="0" eaLnBrk="1" latinLnBrk="0" hangingPunct="1">
        <a:defRPr sz="9100" kern="1200">
          <a:solidFill>
            <a:schemeClr val="tx1"/>
          </a:solidFill>
          <a:latin typeface="+mn-lt"/>
          <a:ea typeface="+mn-ea"/>
          <a:cs typeface="+mn-cs"/>
        </a:defRPr>
      </a:lvl1pPr>
      <a:lvl2pPr marL="2246669" algn="l" defTabSz="4493339" rtl="0" eaLnBrk="1" latinLnBrk="0" hangingPunct="1">
        <a:defRPr sz="9100" kern="1200">
          <a:solidFill>
            <a:schemeClr val="tx1"/>
          </a:solidFill>
          <a:latin typeface="+mn-lt"/>
          <a:ea typeface="+mn-ea"/>
          <a:cs typeface="+mn-cs"/>
        </a:defRPr>
      </a:lvl2pPr>
      <a:lvl3pPr marL="4493339" algn="l" defTabSz="4493339" rtl="0" eaLnBrk="1" latinLnBrk="0" hangingPunct="1">
        <a:defRPr sz="9100" kern="1200">
          <a:solidFill>
            <a:schemeClr val="tx1"/>
          </a:solidFill>
          <a:latin typeface="+mn-lt"/>
          <a:ea typeface="+mn-ea"/>
          <a:cs typeface="+mn-cs"/>
        </a:defRPr>
      </a:lvl3pPr>
      <a:lvl4pPr marL="6740008" algn="l" defTabSz="4493339" rtl="0" eaLnBrk="1" latinLnBrk="0" hangingPunct="1">
        <a:defRPr sz="9100" kern="1200">
          <a:solidFill>
            <a:schemeClr val="tx1"/>
          </a:solidFill>
          <a:latin typeface="+mn-lt"/>
          <a:ea typeface="+mn-ea"/>
          <a:cs typeface="+mn-cs"/>
        </a:defRPr>
      </a:lvl4pPr>
      <a:lvl5pPr marL="8986678" algn="l" defTabSz="4493339" rtl="0" eaLnBrk="1" latinLnBrk="0" hangingPunct="1">
        <a:defRPr sz="9100" kern="1200">
          <a:solidFill>
            <a:schemeClr val="tx1"/>
          </a:solidFill>
          <a:latin typeface="+mn-lt"/>
          <a:ea typeface="+mn-ea"/>
          <a:cs typeface="+mn-cs"/>
        </a:defRPr>
      </a:lvl5pPr>
      <a:lvl6pPr marL="11233347" algn="l" defTabSz="4493339" rtl="0" eaLnBrk="1" latinLnBrk="0" hangingPunct="1"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480017" algn="l" defTabSz="4493339" rtl="0" eaLnBrk="1" latinLnBrk="0" hangingPunct="1"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726686" algn="l" defTabSz="4493339" rtl="0" eaLnBrk="1" latinLnBrk="0" hangingPunct="1"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973356" algn="l" defTabSz="4493339" rtl="0" eaLnBrk="1" latinLnBrk="0" hangingPunct="1"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1.jpeg"/><Relationship Id="rId7" Type="http://schemas.openxmlformats.org/officeDocument/2006/relationships/diagramData" Target="../diagrams/data1.xml"/><Relationship Id="rId12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diagramDrawing" Target="../diagrams/drawing1.xml"/><Relationship Id="rId5" Type="http://schemas.openxmlformats.org/officeDocument/2006/relationships/image" Target="../media/image3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2.jpg"/><Relationship Id="rId9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 descr="C:\Users\T.com\Desktop\Logo Update-2018 January\UCS Taungoo Logo Final Version-Large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50401" y="685592"/>
            <a:ext cx="2505848" cy="2983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33AA411F-579C-42AC-8FF9-7A943EA38DB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7" t="22238" r="17235" b="18584"/>
          <a:stretch/>
        </p:blipFill>
        <p:spPr>
          <a:xfrm>
            <a:off x="381000" y="444308"/>
            <a:ext cx="3887337" cy="3607493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0" y="-228600"/>
            <a:ext cx="25603200" cy="45995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34616" tIns="517308" rIns="1034616" bIns="517308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600" b="1" dirty="0">
                <a:solidFill>
                  <a:srgbClr val="002060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UNIVERSITY OF COMPUTER STUDIES (TAUNGOO)</a:t>
            </a:r>
            <a:endParaRPr lang="en-US" sz="8800" b="1" dirty="0">
              <a:solidFill>
                <a:srgbClr val="002060"/>
              </a:solidFill>
              <a:latin typeface="Pyidaungsu" panose="020B0502040204020203" pitchFamily="34" charset="0"/>
              <a:cs typeface="Pyidaungsu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8800" b="1" dirty="0">
                <a:solidFill>
                  <a:srgbClr val="002060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Connect ED</a:t>
            </a:r>
            <a:endParaRPr lang="en-US" sz="6600" b="1" dirty="0">
              <a:solidFill>
                <a:srgbClr val="002060"/>
              </a:solidFill>
              <a:latin typeface="Pyidaungsu" panose="020B0502040204020203" pitchFamily="34" charset="0"/>
              <a:cs typeface="Pyidaungsu" panose="020B0502040204020203" pitchFamily="34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059596" y="14743175"/>
            <a:ext cx="23705404" cy="588619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ဆရာ၊မိဘ၊ ကျောင်းသားတို့အကြားဆက်သွယ်မှုဗဟိုပြု </a:t>
            </a:r>
            <a:r>
              <a:rPr lang="en-US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Connect ED System (CES) 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စနစ်တစ်ခုဖြင့် ဒေတာ</a:t>
            </a:r>
            <a:r>
              <a:rPr lang="en-US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များ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က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ို</a:t>
            </a:r>
            <a:r>
              <a:rPr lang="en-US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စနစ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တက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ျ</a:t>
            </a:r>
            <a:r>
              <a:rPr lang="en-US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စ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ုဆောင်းထိန်းသိမ်းနို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င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</a:t>
            </a:r>
            <a:r>
              <a:rPr lang="en-US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စေရန်။</a:t>
            </a:r>
            <a:endParaRPr lang="en-US" sz="4800" dirty="0">
              <a:solidFill>
                <a:schemeClr val="tx1"/>
              </a:solidFill>
              <a:latin typeface="Pyidaungsu" panose="020B0502040204020203" pitchFamily="34" charset="0"/>
              <a:cs typeface="Pyidaungsu" panose="020B0502040204020203" pitchFamily="3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မိဘမ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ျား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၏</a:t>
            </a:r>
            <a:r>
              <a:rPr lang="en-US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ပ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ူးပေါင်းပါဝင်မှု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က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ို</a:t>
            </a:r>
            <a:r>
              <a:rPr lang="en-US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ပ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ိုမိုမြှင့်တင်နိုင်ခြင်းအားဖြ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င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့်</a:t>
            </a:r>
            <a:r>
              <a:rPr lang="en-US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က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ျောင်းတွင်းညှိုနှိုင်းလုပ်ငန်းများအား တစ်နေရာတည်းမှ စုစည်းထိန်းချုပ်နိုင်ခြင်းကို ပြုလုပ်နိုင်ပြီး ကျောင်း၏စီမံခန့်ခွဲမ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ှု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၊</a:t>
            </a:r>
            <a:r>
              <a:rPr lang="en-US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ဆက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်သွယ်ရေးနှင့် ပညာရေး</a:t>
            </a:r>
            <a:r>
              <a:rPr lang="en-US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ဝန်ဆောင်မှုများကို ပိုမိုကောင်းမ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ွ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န</a:t>
            </a:r>
            <a:r>
              <a:rPr lang="en-US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်စေရန်။</a:t>
            </a:r>
            <a:endParaRPr lang="my-MM" sz="4800" dirty="0">
              <a:solidFill>
                <a:schemeClr val="tx1"/>
              </a:solidFill>
              <a:latin typeface="Pyidaungsu" panose="020B0502040204020203" pitchFamily="34" charset="0"/>
              <a:cs typeface="Pyidaungsu" panose="020B0502040204020203" pitchFamily="34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880859" y="29489400"/>
            <a:ext cx="23849706" cy="5715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ကျောင်း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သ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ား</a:t>
            </a:r>
            <a:r>
              <a:rPr lang="en-US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/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သ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ူ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မ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ျား</a:t>
            </a:r>
            <a:r>
              <a:rPr lang="en-US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၊ မိဘများ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အန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ေဖြင့် ကျောင်းတွင်း</a:t>
            </a:r>
            <a:r>
              <a:rPr lang="en-US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activities 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နှင့် </a:t>
            </a:r>
            <a:r>
              <a:rPr lang="en-US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homework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များ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က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ို</a:t>
            </a:r>
            <a:r>
              <a:rPr lang="en-US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က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ြည့်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ရ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ှု</a:t>
            </a:r>
            <a:r>
              <a:rPr lang="en-US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နိုင်ခြင်း။</a:t>
            </a:r>
            <a:endParaRPr lang="my-MM" sz="4800" dirty="0">
              <a:solidFill>
                <a:schemeClr val="tx1"/>
              </a:solidFill>
              <a:latin typeface="Pyidaungsu" panose="020B0502040204020203" pitchFamily="34" charset="0"/>
              <a:cs typeface="Pyidaungsu" panose="020B0502040204020203" pitchFamily="3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ဆရာ/မများသည် ကျောင်းသား/သူများ၏ 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အတန်း</a:t>
            </a:r>
            <a:r>
              <a:rPr lang="en-US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တက်ရောက်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်မှုကို</a:t>
            </a:r>
            <a:r>
              <a:rPr lang="en-US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အလ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ွယ်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တကူ</a:t>
            </a:r>
            <a:r>
              <a:rPr lang="en-US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စစ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ဆ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ေးန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ို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င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</a:t>
            </a:r>
            <a:r>
              <a:rPr lang="en-US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ခြင်း။</a:t>
            </a:r>
            <a:endParaRPr lang="my-MM" sz="4800" dirty="0">
              <a:solidFill>
                <a:schemeClr val="tx1"/>
              </a:solidFill>
              <a:latin typeface="Pyidaungsu" panose="020B0502040204020203" pitchFamily="34" charset="0"/>
              <a:cs typeface="Pyidaungsu" panose="020B0502040204020203" pitchFamily="3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မိဘများသည် ကျောင်းသားများ၏ တည်နေရာကို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လည်း</a:t>
            </a:r>
            <a:r>
              <a:rPr lang="en-US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ယ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ုံကြည်စိတ်ချစွာ ကြည့်ရှုစစ်ဆေးနို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င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</a:t>
            </a:r>
            <a:r>
              <a:rPr lang="en-US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ခြင်း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။</a:t>
            </a:r>
            <a:endParaRPr lang="my-MM" sz="4800" dirty="0">
              <a:solidFill>
                <a:schemeClr val="tx1"/>
              </a:solidFill>
              <a:latin typeface="Pyidaungsu" panose="020B0502040204020203" pitchFamily="34" charset="0"/>
              <a:cs typeface="Pyidaungsu" panose="020B0502040204020203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80860" y="43906536"/>
            <a:ext cx="23756077" cy="5665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4400" b="1">
                <a:solidFill>
                  <a:schemeClr val="accent1">
                    <a:lumMod val="50000"/>
                  </a:schemeClr>
                </a:solidFill>
                <a:latin typeface="Pyidaungsu"/>
                <a:cs typeface="Pyidaungsu" panose="020B0502040204020203" pitchFamily="34" charset="0"/>
              </a:rPr>
              <a:t>Third Year (Computer Science)  </a:t>
            </a:r>
            <a:endParaRPr lang="en-US">
              <a:solidFill>
                <a:schemeClr val="accent1">
                  <a:lumMod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4400" b="1">
                <a:solidFill>
                  <a:schemeClr val="accent1">
                    <a:lumMod val="50000"/>
                  </a:schemeClr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 </a:t>
            </a:r>
            <a:endParaRPr lang="en-US" sz="4400" b="1" dirty="0">
              <a:solidFill>
                <a:schemeClr val="accent1">
                  <a:lumMod val="50000"/>
                </a:schemeClr>
              </a:solidFill>
              <a:latin typeface="Pyidaungsu" panose="020B0502040204020203" pitchFamily="34" charset="0"/>
              <a:cs typeface="Pyidaungsu" panose="020B0502040204020203" pitchFamily="34" charset="0"/>
            </a:endParaRPr>
          </a:p>
          <a:p>
            <a:pPr marL="742950" indent="-7429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Pyidaungsu"/>
                <a:cs typeface="Pyidaungsu" panose="020B0502040204020203" pitchFamily="34" charset="0"/>
              </a:rPr>
              <a:t>Mg </a:t>
            </a:r>
            <a:r>
              <a:rPr lang="en-US" sz="4400" b="1" err="1">
                <a:solidFill>
                  <a:schemeClr val="accent1">
                    <a:lumMod val="50000"/>
                  </a:schemeClr>
                </a:solidFill>
                <a:latin typeface="Pyidaungsu"/>
                <a:cs typeface="Pyidaungsu" panose="020B0502040204020203" pitchFamily="34" charset="0"/>
              </a:rPr>
              <a:t>Soe</a:t>
            </a:r>
            <a:r>
              <a:rPr lang="en-US" sz="4400" b="1">
                <a:solidFill>
                  <a:schemeClr val="accent1">
                    <a:lumMod val="50000"/>
                  </a:schemeClr>
                </a:solidFill>
                <a:latin typeface="Pyidaungsu"/>
                <a:cs typeface="Pyidaungsu" panose="020B0502040204020203" pitchFamily="34" charset="0"/>
              </a:rPr>
              <a:t> Moe Kyaw(UCSTGO-3587)</a:t>
            </a:r>
          </a:p>
          <a:p>
            <a:pPr marL="742950" indent="-7429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Pyidaungsu"/>
                <a:cs typeface="Pyidaungsu" panose="020B0502040204020203" pitchFamily="34" charset="0"/>
              </a:rPr>
              <a:t>Mg Aung </a:t>
            </a:r>
            <a:r>
              <a:rPr lang="en-US" sz="4400" b="1" err="1">
                <a:solidFill>
                  <a:schemeClr val="accent1">
                    <a:lumMod val="50000"/>
                  </a:schemeClr>
                </a:solidFill>
                <a:latin typeface="Pyidaungsu"/>
                <a:cs typeface="Pyidaungsu" panose="020B0502040204020203" pitchFamily="34" charset="0"/>
              </a:rPr>
              <a:t>Phyo</a:t>
            </a: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Pyidaungsu"/>
                <a:cs typeface="Pyidaungsu" panose="020B0502040204020203" pitchFamily="34" charset="0"/>
              </a:rPr>
              <a:t> Kyaw(UCSTGO-3586)</a:t>
            </a:r>
          </a:p>
          <a:p>
            <a:pPr marL="742950" indent="-7429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Pyidaungsu"/>
                <a:cs typeface="Pyidaungsu" panose="020B0502040204020203" pitchFamily="34" charset="0"/>
              </a:rPr>
              <a:t>Ma May </a:t>
            </a:r>
            <a:r>
              <a:rPr lang="en-US" sz="4400" b="1" err="1">
                <a:solidFill>
                  <a:schemeClr val="accent1">
                    <a:lumMod val="50000"/>
                  </a:schemeClr>
                </a:solidFill>
                <a:latin typeface="Pyidaungsu"/>
                <a:cs typeface="Pyidaungsu" panose="020B0502040204020203" pitchFamily="34" charset="0"/>
              </a:rPr>
              <a:t>Myat</a:t>
            </a: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Pyidaungsu"/>
                <a:cs typeface="Pyidaungsu" panose="020B0502040204020203" pitchFamily="34" charset="0"/>
              </a:rPr>
              <a:t> Thu(UCSTGO-3387)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303" y="28427137"/>
            <a:ext cx="23874697" cy="12926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tIns="274320" bIns="274320" rtlCol="0">
            <a:spAutoFit/>
          </a:bodyPr>
          <a:lstStyle/>
          <a:p>
            <a:pPr algn="ctr"/>
            <a:r>
              <a:rPr lang="en-US" sz="4800" b="1" dirty="0">
                <a:latin typeface="Pyidaungsu" panose="020B0502040204020203" pitchFamily="34" charset="0"/>
                <a:cs typeface="Pyidaungsu" panose="020B0502040204020203" pitchFamily="34" charset="0"/>
              </a:rPr>
              <a:t>Connect ED </a:t>
            </a:r>
            <a:r>
              <a:rPr lang="my-MM" sz="4800" b="1" dirty="0">
                <a:latin typeface="Pyidaungsu" panose="020B0502040204020203" pitchFamily="34" charset="0"/>
                <a:cs typeface="Pyidaungsu" panose="020B0502040204020203" pitchFamily="34" charset="0"/>
              </a:rPr>
              <a:t>တွင်အသုံးပြုနိုင်သော</a:t>
            </a:r>
            <a:r>
              <a:rPr lang="en-US" sz="4800" b="1" dirty="0">
                <a:latin typeface="Pyidaungsu" panose="020B0502040204020203" pitchFamily="34" charset="0"/>
                <a:cs typeface="Pyidaungsu" panose="020B0502040204020203" pitchFamily="34" charset="0"/>
              </a:rPr>
              <a:t> Function </a:t>
            </a:r>
            <a:r>
              <a:rPr lang="my-MM" sz="4800" b="1" dirty="0">
                <a:latin typeface="Pyidaungsu" panose="020B0502040204020203" pitchFamily="34" charset="0"/>
                <a:cs typeface="Pyidaungsu" panose="020B0502040204020203" pitchFamily="34" charset="0"/>
              </a:rPr>
              <a:t>များ</a:t>
            </a:r>
            <a:endParaRPr lang="en-US" sz="4800" b="1" dirty="0">
              <a:latin typeface="Pyidaungsu" panose="020B0502040204020203" pitchFamily="34" charset="0"/>
              <a:cs typeface="Pyidaungsu" panose="020B0502040204020203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90303" y="36646530"/>
            <a:ext cx="23742812" cy="633027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274320" rIns="91440" bIns="274320" rtlCol="0" anchor="ctr"/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Connect ED System (CES)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သည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 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ဆရာ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၊ 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မိဘ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၊ 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ယာဉ်မောင်းများအကြား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အချိန်နှင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့်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တပြေးညီ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ဆက်သွယ်မှုကို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ပံ့ပိုးပေးနို</a:t>
            </a:r>
            <a:r>
              <a:rPr lang="my-MM" sz="480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င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</a:t>
            </a:r>
            <a:r>
              <a:rPr lang="en-US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ပါ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သည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်။</a:t>
            </a:r>
            <a:endParaRPr lang="en-US" sz="4800" dirty="0">
              <a:solidFill>
                <a:schemeClr val="tx1"/>
              </a:solidFill>
              <a:latin typeface="Pyidaungsu" panose="020B0502040204020203" pitchFamily="34" charset="0"/>
              <a:cs typeface="Pyidaungsu" panose="020B0502040204020203" pitchFamily="3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မိဘများသည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 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ကျောင်းသားများ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၏ 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အချက်အလက်များ</a:t>
            </a:r>
            <a:r>
              <a:rPr lang="en-US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၊ </a:t>
            </a:r>
            <a:r>
              <a:rPr lang="en-US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အတန</a:t>
            </a:r>
            <a:r>
              <a:rPr lang="en-US" sz="480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်း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တ</a:t>
            </a:r>
            <a:r>
              <a:rPr lang="en-US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က်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ရ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ောက်မှု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၊ </a:t>
            </a:r>
            <a:r>
              <a:rPr lang="en-US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ပုံမှန်မဟုတ်သော 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အပ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ြု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အမူ</a:t>
            </a:r>
            <a:r>
              <a:rPr lang="en-US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များ (ရ</a:t>
            </a:r>
            <a:r>
              <a:rPr lang="en-US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ောဂါဖြစ်ခြင်း၊ အကြမ်းဖက်ညှ</a:t>
            </a:r>
            <a:r>
              <a:rPr lang="en-US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ဉ်းပမ</a:t>
            </a:r>
            <a:r>
              <a:rPr lang="en-US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်းမှုများ၊ အိမ်စာလုပ်ဆောင်မှု၊ </a:t>
            </a:r>
            <a:r>
              <a:rPr lang="en-US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အတန</a:t>
            </a:r>
            <a:r>
              <a:rPr lang="en-US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်း တက</a:t>
            </a:r>
            <a:r>
              <a:rPr lang="en-US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်ရောက်မှု စသည</a:t>
            </a:r>
            <a:r>
              <a:rPr lang="en-US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်) 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န</a:t>
            </a:r>
            <a:r>
              <a:rPr lang="en-US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ှင့်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သင်ကြား</a:t>
            </a:r>
            <a:r>
              <a:rPr lang="my-MM" sz="480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မ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ှုအခ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ြေအနေများ</a:t>
            </a:r>
            <a:r>
              <a:rPr lang="my-MM" sz="480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က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ို</a:t>
            </a:r>
            <a:r>
              <a:rPr lang="en-US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တ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ိကျစွာ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en-US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အချိန်မီ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စစ်ဆေးနိုင်ပြီး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ဆရာ</a:t>
            </a:r>
            <a:r>
              <a:rPr lang="en-US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/</a:t>
            </a:r>
            <a:r>
              <a:rPr lang="en-US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မများ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နှင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့် 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အပြန်အလှန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 </a:t>
            </a:r>
            <a:r>
              <a:rPr lang="en-US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အချိန်</a:t>
            </a:r>
            <a:r>
              <a:rPr lang="en-US" sz="480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မ</a:t>
            </a:r>
            <a:r>
              <a:rPr lang="en-US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ီ </a:t>
            </a:r>
            <a:r>
              <a:rPr lang="my-MM" sz="480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ဆ</a:t>
            </a:r>
            <a:r>
              <a:rPr lang="my-MM" sz="4800" dirty="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ွေးနွေးနို</a:t>
            </a:r>
            <a:r>
              <a:rPr lang="my-MM" sz="4800" err="1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င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</a:t>
            </a:r>
            <a:r>
              <a:rPr lang="en-US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ပါ</a:t>
            </a:r>
            <a:r>
              <a:rPr lang="my-MM" sz="4800" smtClean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သည</a:t>
            </a:r>
            <a:r>
              <a:rPr lang="my-MM" sz="4800" dirty="0">
                <a:solidFill>
                  <a:schemeClr val="tx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်။</a:t>
            </a:r>
            <a:endParaRPr lang="en-US" sz="4800" dirty="0">
              <a:solidFill>
                <a:schemeClr val="tx1"/>
              </a:solidFill>
              <a:latin typeface="Pyidaungsu" panose="020B0502040204020203" pitchFamily="34" charset="0"/>
              <a:cs typeface="Pyidaungsu" panose="020B05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0859" y="35261535"/>
            <a:ext cx="23760397" cy="12926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tIns="274320" bIns="274320" rtlCol="0">
            <a:spAutoFit/>
          </a:bodyPr>
          <a:lstStyle/>
          <a:p>
            <a:pPr algn="ctr"/>
            <a:r>
              <a:rPr lang="en-US" sz="4800" b="1" dirty="0">
                <a:latin typeface="Pyidaungsu" panose="020B0502040204020203" pitchFamily="34" charset="0"/>
                <a:cs typeface="Pyidaungsu" panose="020B0502040204020203" pitchFamily="34" charset="0"/>
              </a:rPr>
              <a:t>Connect ED မှ </a:t>
            </a:r>
            <a:r>
              <a:rPr lang="en-US" sz="4800" b="1" dirty="0" err="1">
                <a:latin typeface="Pyidaungsu" panose="020B0502040204020203" pitchFamily="34" charset="0"/>
                <a:cs typeface="Pyidaungsu" panose="020B0502040204020203" pitchFamily="34" charset="0"/>
              </a:rPr>
              <a:t>ရရှိနိုင်သည</a:t>
            </a:r>
            <a:r>
              <a:rPr lang="en-US" sz="4800" b="1" dirty="0">
                <a:latin typeface="Pyidaungsu" panose="020B0502040204020203" pitchFamily="34" charset="0"/>
                <a:cs typeface="Pyidaungsu" panose="020B0502040204020203" pitchFamily="34" charset="0"/>
              </a:rPr>
              <a:t>့် </a:t>
            </a:r>
            <a:r>
              <a:rPr lang="en-US" sz="4800" b="1" dirty="0" err="1">
                <a:latin typeface="Pyidaungsu" panose="020B0502040204020203" pitchFamily="34" charset="0"/>
                <a:cs typeface="Pyidaungsu" panose="020B0502040204020203" pitchFamily="34" charset="0"/>
              </a:rPr>
              <a:t>အကျိုးကျေးဇူးများ</a:t>
            </a:r>
            <a:endParaRPr lang="en-US" sz="4800" b="1" dirty="0">
              <a:latin typeface="Pyidaungsu" panose="020B0502040204020203" pitchFamily="34" charset="0"/>
              <a:cs typeface="Pyidaungsu" panose="020B0502040204020203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50843" y="13563600"/>
            <a:ext cx="23705405" cy="12926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tIns="274320" bIns="274320" rtlCol="0">
            <a:spAutoFit/>
          </a:bodyPr>
          <a:lstStyle/>
          <a:p>
            <a:pPr algn="ctr"/>
            <a:r>
              <a:rPr lang="en-US" sz="4800" b="1" dirty="0" err="1">
                <a:latin typeface="Pyidaungsu" panose="020B0502040204020203" pitchFamily="34" charset="0"/>
                <a:cs typeface="Pyidaungsu" panose="020B0502040204020203" pitchFamily="34" charset="0"/>
              </a:rPr>
              <a:t>ရည်ရွယ်ချက်များ</a:t>
            </a:r>
            <a:endParaRPr lang="en-US" sz="4800" b="1" dirty="0">
              <a:latin typeface="Pyidaungsu" panose="020B0502040204020203" pitchFamily="34" charset="0"/>
              <a:cs typeface="Pyidaungsu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3B070DC3-017D-B38D-2B5A-08B5703FC6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37" y="21174484"/>
            <a:ext cx="12867663" cy="66385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B3B6FA1-232F-F7E4-337C-EBFC60225F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2600" y="5025069"/>
            <a:ext cx="12220138" cy="8007399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="" xmlns:a16="http://schemas.microsoft.com/office/drawing/2014/main" id="{6CBBEEEB-19BA-4C99-B325-CA01D9A6EA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0702173"/>
              </p:ext>
            </p:extLst>
          </p:nvPr>
        </p:nvGraphicFramePr>
        <p:xfrm>
          <a:off x="14630400" y="20768644"/>
          <a:ext cx="10772338" cy="72303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52C08F-B600-4C3A-AE07-1B1E83A15790}"/>
              </a:ext>
            </a:extLst>
          </p:cNvPr>
          <p:cNvSpPr txBox="1"/>
          <p:nvPr/>
        </p:nvSpPr>
        <p:spPr>
          <a:xfrm>
            <a:off x="6019800" y="3501575"/>
            <a:ext cx="15849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0" b="1" smtClean="0">
                <a:latin typeface="Pyidaungsu" panose="020B0502040204020203" pitchFamily="34" charset="0"/>
                <a:cs typeface="Pyidaungsu" panose="020B0502040204020203" pitchFamily="34" charset="0"/>
              </a:rPr>
              <a:t>“</a:t>
            </a:r>
            <a:r>
              <a:rPr lang="my-MM" sz="6000" b="1">
                <a:latin typeface="Pyidaungsu" panose="020B0502040204020203" pitchFamily="34" charset="0"/>
                <a:cs typeface="Pyidaungsu" panose="020B0502040204020203" pitchFamily="34" charset="0"/>
              </a:rPr>
              <a:t>ပညာရေးအတွက</a:t>
            </a:r>
            <a:r>
              <a:rPr lang="my-MM" sz="6000" b="1">
                <a:latin typeface="Pyidaungsu" panose="020B0502040204020203" pitchFamily="34" charset="0"/>
                <a:cs typeface="Pyidaungsu" panose="020B0502040204020203" pitchFamily="34" charset="0"/>
              </a:rPr>
              <a:t>် </a:t>
            </a:r>
            <a:r>
              <a:rPr lang="my-MM" sz="6000" b="1" smtClean="0">
                <a:latin typeface="Pyidaungsu" panose="020B0502040204020203" pitchFamily="34" charset="0"/>
                <a:cs typeface="Pyidaungsu" panose="020B0502040204020203" pitchFamily="34" charset="0"/>
              </a:rPr>
              <a:t>ပ</a:t>
            </a:r>
            <a:r>
              <a:rPr lang="my-MM" sz="6000" b="1">
                <a:latin typeface="Pyidaungsu" panose="020B0502040204020203" pitchFamily="34" charset="0"/>
                <a:cs typeface="Pyidaungsu" panose="020B0502040204020203" pitchFamily="34" charset="0"/>
              </a:rPr>
              <a:t>ြီးပြည့်စုံသော ဆက်သွယ်</a:t>
            </a:r>
            <a:r>
              <a:rPr lang="my-MM" sz="6000" b="1">
                <a:latin typeface="Pyidaungsu" panose="020B0502040204020203" pitchFamily="34" charset="0"/>
                <a:cs typeface="Pyidaungsu" panose="020B0502040204020203" pitchFamily="34" charset="0"/>
              </a:rPr>
              <a:t>မ</a:t>
            </a:r>
            <a:r>
              <a:rPr lang="my-MM" sz="6000" b="1" smtClean="0">
                <a:latin typeface="Pyidaungsu" panose="020B0502040204020203" pitchFamily="34" charset="0"/>
                <a:cs typeface="Pyidaungsu" panose="020B0502040204020203" pitchFamily="34" charset="0"/>
              </a:rPr>
              <a:t>ှု</a:t>
            </a:r>
            <a:r>
              <a:rPr lang="en-US" sz="6000" b="1" smtClean="0">
                <a:latin typeface="Pyidaungsu" panose="020B0502040204020203" pitchFamily="34" charset="0"/>
                <a:cs typeface="Pyidaungsu" panose="020B0502040204020203" pitchFamily="34" charset="0"/>
              </a:rPr>
              <a:t>”</a:t>
            </a:r>
            <a:endParaRPr lang="en-US" sz="6000" b="1" dirty="0">
              <a:latin typeface="Pyidaungsu" panose="020B0502040204020203" pitchFamily="34" charset="0"/>
              <a:cs typeface="Pyidaungsu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2DF9E07-DB6F-4411-9ECB-0EECBE265B2D}"/>
              </a:ext>
            </a:extLst>
          </p:cNvPr>
          <p:cNvSpPr txBox="1"/>
          <p:nvPr/>
        </p:nvSpPr>
        <p:spPr>
          <a:xfrm>
            <a:off x="1120105" y="11761671"/>
            <a:ext cx="11557327" cy="11079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b="1" smtClean="0">
                <a:latin typeface="Pyidaungsu" panose="020B0502040204020203" pitchFamily="34" charset="0"/>
                <a:cs typeface="Pyidaungsu" panose="020B0502040204020203" pitchFamily="34" charset="0"/>
              </a:rPr>
              <a:t>“</a:t>
            </a:r>
            <a:r>
              <a:rPr lang="my-MM" sz="4800" b="1" smtClean="0">
                <a:latin typeface="Pyidaungsu" panose="020B0502040204020203" pitchFamily="34" charset="0"/>
                <a:cs typeface="Pyidaungsu" panose="020B0502040204020203" pitchFamily="34" charset="0"/>
              </a:rPr>
              <a:t>ဆရ</a:t>
            </a:r>
            <a:r>
              <a:rPr lang="my-MM" sz="4800" b="1">
                <a:latin typeface="Pyidaungsu" panose="020B0502040204020203" pitchFamily="34" charset="0"/>
                <a:cs typeface="Pyidaungsu" panose="020B0502040204020203" pitchFamily="34" charset="0"/>
              </a:rPr>
              <a:t>ာ–မိဘ–ကျောင်းသား လက်တွဲပါ</a:t>
            </a:r>
            <a:r>
              <a:rPr lang="en-US" sz="4800" b="1" smtClean="0">
                <a:latin typeface="Pyidaungsu" panose="020B0502040204020203" pitchFamily="34" charset="0"/>
                <a:cs typeface="Pyidaungsu" panose="020B0502040204020203" pitchFamily="34" charset="0"/>
              </a:rPr>
              <a:t>”</a:t>
            </a:r>
            <a:endParaRPr lang="en-US" sz="4800" b="1" dirty="0">
              <a:latin typeface="Pyidaungsu" panose="020B0502040204020203" pitchFamily="34" charset="0"/>
              <a:cs typeface="Pyidaungsu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416ACCB-21F7-45A3-A9CF-5ACB612A06A7}"/>
              </a:ext>
            </a:extLst>
          </p:cNvPr>
          <p:cNvSpPr txBox="1"/>
          <p:nvPr/>
        </p:nvSpPr>
        <p:spPr>
          <a:xfrm>
            <a:off x="7005684" y="21571803"/>
            <a:ext cx="78232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Driver’s Location View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="" xmlns:a16="http://schemas.microsoft.com/office/drawing/2014/main" id="{893D2FE5-1A33-A64D-2713-D766155218B8}"/>
              </a:ext>
            </a:extLst>
          </p:cNvPr>
          <p:cNvSpPr txBox="1"/>
          <p:nvPr/>
        </p:nvSpPr>
        <p:spPr>
          <a:xfrm>
            <a:off x="15594861" y="45099324"/>
            <a:ext cx="9049811" cy="9986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Supervisor- Dr. Paing </a:t>
            </a:r>
            <a:r>
              <a:rPr lang="en-US" sz="4400" b="1" dirty="0" err="1">
                <a:solidFill>
                  <a:schemeClr val="accent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Thwe</a:t>
            </a: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 Soe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6" name="Picture 2" descr="180+ Teacher Student Shaking Hands Stock Illustrations, Royalty-Free Vector  Graphics &amp; Clip Art - iStock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37" y="5025069"/>
            <a:ext cx="11267463" cy="6591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2676</TotalTime>
  <Words>799</Words>
  <Application>Microsoft Office PowerPoint</Application>
  <PresentationFormat>Custom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Pyidaungsu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T.com</dc:creator>
  <cp:lastModifiedBy>Microsoft account</cp:lastModifiedBy>
  <cp:revision>434</cp:revision>
  <cp:lastPrinted>2017-06-15T15:48:23Z</cp:lastPrinted>
  <dcterms:created xsi:type="dcterms:W3CDTF">2016-05-20T11:14:12Z</dcterms:created>
  <dcterms:modified xsi:type="dcterms:W3CDTF">2025-12-31T06:15:30Z</dcterms:modified>
</cp:coreProperties>
</file>